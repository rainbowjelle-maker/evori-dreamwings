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381" r:id="rId2"/>
    <p:sldId id="376" r:id="rId3"/>
    <p:sldId id="377" r:id="rId4"/>
    <p:sldId id="516" r:id="rId5"/>
    <p:sldId id="517" r:id="rId6"/>
    <p:sldId id="518" r:id="rId7"/>
    <p:sldId id="519" r:id="rId8"/>
    <p:sldId id="522" r:id="rId9"/>
    <p:sldId id="512" r:id="rId10"/>
    <p:sldId id="520" r:id="rId11"/>
    <p:sldId id="521" r:id="rId12"/>
    <p:sldId id="480" r:id="rId13"/>
    <p:sldId id="488" r:id="rId14"/>
    <p:sldId id="489" r:id="rId15"/>
    <p:sldId id="479" r:id="rId16"/>
    <p:sldId id="487" r:id="rId17"/>
    <p:sldId id="485" r:id="rId18"/>
    <p:sldId id="478" r:id="rId19"/>
    <p:sldId id="490" r:id="rId20"/>
    <p:sldId id="482" r:id="rId21"/>
    <p:sldId id="486" r:id="rId22"/>
    <p:sldId id="497" r:id="rId23"/>
    <p:sldId id="492" r:id="rId24"/>
    <p:sldId id="493" r:id="rId25"/>
    <p:sldId id="491" r:id="rId26"/>
    <p:sldId id="496" r:id="rId27"/>
    <p:sldId id="494" r:id="rId28"/>
    <p:sldId id="495" r:id="rId29"/>
    <p:sldId id="498" r:id="rId30"/>
    <p:sldId id="410" r:id="rId31"/>
    <p:sldId id="37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4AB4C23-02A5-4694-A43C-53C27D1E31F3}">
          <p14:sldIdLst>
            <p14:sldId id="381"/>
            <p14:sldId id="376"/>
            <p14:sldId id="377"/>
            <p14:sldId id="516"/>
            <p14:sldId id="517"/>
            <p14:sldId id="518"/>
            <p14:sldId id="519"/>
            <p14:sldId id="522"/>
            <p14:sldId id="512"/>
            <p14:sldId id="520"/>
            <p14:sldId id="521"/>
            <p14:sldId id="480"/>
            <p14:sldId id="488"/>
            <p14:sldId id="489"/>
            <p14:sldId id="479"/>
            <p14:sldId id="487"/>
            <p14:sldId id="485"/>
            <p14:sldId id="478"/>
            <p14:sldId id="490"/>
            <p14:sldId id="482"/>
            <p14:sldId id="486"/>
            <p14:sldId id="497"/>
            <p14:sldId id="492"/>
            <p14:sldId id="493"/>
            <p14:sldId id="491"/>
            <p14:sldId id="496"/>
            <p14:sldId id="494"/>
            <p14:sldId id="495"/>
            <p14:sldId id="498"/>
            <p14:sldId id="410"/>
            <p14:sldId id="3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39" autoAdjust="0"/>
    <p:restoredTop sz="94343" autoAdjust="0"/>
  </p:normalViewPr>
  <p:slideViewPr>
    <p:cSldViewPr snapToGrid="0">
      <p:cViewPr varScale="1">
        <p:scale>
          <a:sx n="128" d="100"/>
          <a:sy n="128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 Bird" userId="972cd707-37b4-43d1-9129-42033b26a2c3" providerId="ADAL" clId="{E8E6A37A-FEE3-4CB3-8368-B4B6971DFC0E}"/>
    <pc:docChg chg="addSld delSld modSld modSection">
      <pc:chgData name="Jon Bird" userId="972cd707-37b4-43d1-9129-42033b26a2c3" providerId="ADAL" clId="{E8E6A37A-FEE3-4CB3-8368-B4B6971DFC0E}" dt="2023-01-18T11:20:22.781" v="242" actId="47"/>
      <pc:docMkLst>
        <pc:docMk/>
      </pc:docMkLst>
      <pc:sldChg chg="addSp modSp mod">
        <pc:chgData name="Jon Bird" userId="972cd707-37b4-43d1-9129-42033b26a2c3" providerId="ADAL" clId="{E8E6A37A-FEE3-4CB3-8368-B4B6971DFC0E}" dt="2023-01-17T13:43:52.888" v="24" actId="1076"/>
        <pc:sldMkLst>
          <pc:docMk/>
          <pc:sldMk cId="3321353039" sldId="479"/>
        </pc:sldMkLst>
        <pc:spChg chg="add mod">
          <ac:chgData name="Jon Bird" userId="972cd707-37b4-43d1-9129-42033b26a2c3" providerId="ADAL" clId="{E8E6A37A-FEE3-4CB3-8368-B4B6971DFC0E}" dt="2023-01-17T13:43:52.888" v="24" actId="1076"/>
          <ac:spMkLst>
            <pc:docMk/>
            <pc:sldMk cId="3321353039" sldId="479"/>
            <ac:spMk id="3" creationId="{01DE6272-B201-52F7-2C4B-0152280F29B4}"/>
          </ac:spMkLst>
        </pc:spChg>
      </pc:sldChg>
      <pc:sldChg chg="del">
        <pc:chgData name="Jon Bird" userId="972cd707-37b4-43d1-9129-42033b26a2c3" providerId="ADAL" clId="{E8E6A37A-FEE3-4CB3-8368-B4B6971DFC0E}" dt="2023-01-18T11:20:22.781" v="242" actId="47"/>
        <pc:sldMkLst>
          <pc:docMk/>
          <pc:sldMk cId="1811890218" sldId="484"/>
        </pc:sldMkLst>
      </pc:sldChg>
      <pc:sldChg chg="modSp mod">
        <pc:chgData name="Jon Bird" userId="972cd707-37b4-43d1-9129-42033b26a2c3" providerId="ADAL" clId="{E8E6A37A-FEE3-4CB3-8368-B4B6971DFC0E}" dt="2023-01-17T16:03:13.258" v="77" actId="20577"/>
        <pc:sldMkLst>
          <pc:docMk/>
          <pc:sldMk cId="2462080364" sldId="496"/>
        </pc:sldMkLst>
        <pc:spChg chg="mod">
          <ac:chgData name="Jon Bird" userId="972cd707-37b4-43d1-9129-42033b26a2c3" providerId="ADAL" clId="{E8E6A37A-FEE3-4CB3-8368-B4B6971DFC0E}" dt="2023-01-17T16:03:13.258" v="77" actId="20577"/>
          <ac:spMkLst>
            <pc:docMk/>
            <pc:sldMk cId="2462080364" sldId="496"/>
            <ac:spMk id="3" creationId="{00000000-0000-0000-0000-000000000000}"/>
          </ac:spMkLst>
        </pc:spChg>
        <pc:spChg chg="mod">
          <ac:chgData name="Jon Bird" userId="972cd707-37b4-43d1-9129-42033b26a2c3" providerId="ADAL" clId="{E8E6A37A-FEE3-4CB3-8368-B4B6971DFC0E}" dt="2023-01-17T16:02:41.198" v="25" actId="20577"/>
          <ac:spMkLst>
            <pc:docMk/>
            <pc:sldMk cId="2462080364" sldId="496"/>
            <ac:spMk id="4" creationId="{00000000-0000-0000-0000-000000000000}"/>
          </ac:spMkLst>
        </pc:spChg>
      </pc:sldChg>
      <pc:sldChg chg="addSp modSp add mod">
        <pc:chgData name="Jon Bird" userId="972cd707-37b4-43d1-9129-42033b26a2c3" providerId="ADAL" clId="{E8E6A37A-FEE3-4CB3-8368-B4B6971DFC0E}" dt="2023-01-17T16:12:26.090" v="241" actId="20577"/>
        <pc:sldMkLst>
          <pc:docMk/>
          <pc:sldMk cId="3994820218" sldId="512"/>
        </pc:sldMkLst>
        <pc:spChg chg="mod">
          <ac:chgData name="Jon Bird" userId="972cd707-37b4-43d1-9129-42033b26a2c3" providerId="ADAL" clId="{E8E6A37A-FEE3-4CB3-8368-B4B6971DFC0E}" dt="2023-01-17T16:12:26.090" v="241" actId="20577"/>
          <ac:spMkLst>
            <pc:docMk/>
            <pc:sldMk cId="3994820218" sldId="512"/>
            <ac:spMk id="4" creationId="{A8EFC961-801F-4D88-9FA2-D06EB142780A}"/>
          </ac:spMkLst>
        </pc:spChg>
        <pc:graphicFrameChg chg="add mod">
          <ac:chgData name="Jon Bird" userId="972cd707-37b4-43d1-9129-42033b26a2c3" providerId="ADAL" clId="{E8E6A37A-FEE3-4CB3-8368-B4B6971DFC0E}" dt="2023-01-17T16:11:38.057" v="113" actId="1076"/>
          <ac:graphicFrameMkLst>
            <pc:docMk/>
            <pc:sldMk cId="3994820218" sldId="512"/>
            <ac:graphicFrameMk id="3" creationId="{956858C6-2CB0-418A-0D66-33E55507E821}"/>
          </ac:graphicFrameMkLst>
        </pc:graphicFrameChg>
      </pc:sldChg>
      <pc:sldChg chg="add del">
        <pc:chgData name="Jon Bird" userId="972cd707-37b4-43d1-9129-42033b26a2c3" providerId="ADAL" clId="{E8E6A37A-FEE3-4CB3-8368-B4B6971DFC0E}" dt="2023-01-17T16:05:10.080" v="81" actId="47"/>
        <pc:sldMkLst>
          <pc:docMk/>
          <pc:sldMk cId="1875419222" sldId="514"/>
        </pc:sldMkLst>
      </pc:sldChg>
      <pc:sldChg chg="delSp add setBg delDesignElem">
        <pc:chgData name="Jon Bird" userId="972cd707-37b4-43d1-9129-42033b26a2c3" providerId="ADAL" clId="{E8E6A37A-FEE3-4CB3-8368-B4B6971DFC0E}" dt="2023-01-17T16:05:01.690" v="80"/>
        <pc:sldMkLst>
          <pc:docMk/>
          <pc:sldMk cId="3598528582" sldId="516"/>
        </pc:sldMkLst>
        <pc:spChg chg="del">
          <ac:chgData name="Jon Bird" userId="972cd707-37b4-43d1-9129-42033b26a2c3" providerId="ADAL" clId="{E8E6A37A-FEE3-4CB3-8368-B4B6971DFC0E}" dt="2023-01-17T16:05:01.690" v="80"/>
          <ac:spMkLst>
            <pc:docMk/>
            <pc:sldMk cId="3598528582" sldId="516"/>
            <ac:spMk id="11" creationId="{E51BA4DF-2BD4-4EC2-B1DB-B27C8AC71864}"/>
          </ac:spMkLst>
        </pc:spChg>
      </pc:sldChg>
      <pc:sldChg chg="add">
        <pc:chgData name="Jon Bird" userId="972cd707-37b4-43d1-9129-42033b26a2c3" providerId="ADAL" clId="{E8E6A37A-FEE3-4CB3-8368-B4B6971DFC0E}" dt="2023-01-17T16:05:01.690" v="80"/>
        <pc:sldMkLst>
          <pc:docMk/>
          <pc:sldMk cId="4081356377" sldId="517"/>
        </pc:sldMkLst>
      </pc:sldChg>
      <pc:sldChg chg="add">
        <pc:chgData name="Jon Bird" userId="972cd707-37b4-43d1-9129-42033b26a2c3" providerId="ADAL" clId="{E8E6A37A-FEE3-4CB3-8368-B4B6971DFC0E}" dt="2023-01-17T16:05:01.690" v="80"/>
        <pc:sldMkLst>
          <pc:docMk/>
          <pc:sldMk cId="2134285562" sldId="518"/>
        </pc:sldMkLst>
      </pc:sldChg>
      <pc:sldChg chg="add">
        <pc:chgData name="Jon Bird" userId="972cd707-37b4-43d1-9129-42033b26a2c3" providerId="ADAL" clId="{E8E6A37A-FEE3-4CB3-8368-B4B6971DFC0E}" dt="2023-01-17T16:05:01.690" v="80"/>
        <pc:sldMkLst>
          <pc:docMk/>
          <pc:sldMk cId="3125420273" sldId="519"/>
        </pc:sldMkLst>
      </pc:sldChg>
      <pc:sldChg chg="delSp add setBg delDesignElem">
        <pc:chgData name="Jon Bird" userId="972cd707-37b4-43d1-9129-42033b26a2c3" providerId="ADAL" clId="{E8E6A37A-FEE3-4CB3-8368-B4B6971DFC0E}" dt="2023-01-17T16:05:01.690" v="80"/>
        <pc:sldMkLst>
          <pc:docMk/>
          <pc:sldMk cId="1586942625" sldId="520"/>
        </pc:sldMkLst>
        <pc:spChg chg="del">
          <ac:chgData name="Jon Bird" userId="972cd707-37b4-43d1-9129-42033b26a2c3" providerId="ADAL" clId="{E8E6A37A-FEE3-4CB3-8368-B4B6971DFC0E}" dt="2023-01-17T16:05:01.690" v="80"/>
          <ac:spMkLst>
            <pc:docMk/>
            <pc:sldMk cId="1586942625" sldId="520"/>
            <ac:spMk id="34" creationId="{FF9F2414-84E8-453E-B1F3-389FDE8192D9}"/>
          </ac:spMkLst>
        </pc:spChg>
        <pc:spChg chg="del">
          <ac:chgData name="Jon Bird" userId="972cd707-37b4-43d1-9129-42033b26a2c3" providerId="ADAL" clId="{E8E6A37A-FEE3-4CB3-8368-B4B6971DFC0E}" dt="2023-01-17T16:05:01.690" v="80"/>
          <ac:spMkLst>
            <pc:docMk/>
            <pc:sldMk cId="1586942625" sldId="520"/>
            <ac:spMk id="35" creationId="{F3060C83-F051-4F0E-ABAD-AA0DFC48B218}"/>
          </ac:spMkLst>
        </pc:spChg>
        <pc:spChg chg="del">
          <ac:chgData name="Jon Bird" userId="972cd707-37b4-43d1-9129-42033b26a2c3" providerId="ADAL" clId="{E8E6A37A-FEE3-4CB3-8368-B4B6971DFC0E}" dt="2023-01-17T16:05:01.690" v="80"/>
          <ac:spMkLst>
            <pc:docMk/>
            <pc:sldMk cId="1586942625" sldId="520"/>
            <ac:spMk id="36" creationId="{3ECA69A1-7536-43AC-85EF-C7106179F5ED}"/>
          </ac:spMkLst>
        </pc:spChg>
        <pc:spChg chg="del">
          <ac:chgData name="Jon Bird" userId="972cd707-37b4-43d1-9129-42033b26a2c3" providerId="ADAL" clId="{E8E6A37A-FEE3-4CB3-8368-B4B6971DFC0E}" dt="2023-01-17T16:05:01.690" v="80"/>
          <ac:spMkLst>
            <pc:docMk/>
            <pc:sldMk cId="1586942625" sldId="520"/>
            <ac:spMk id="37" creationId="{83C98ABE-055B-441F-B07E-44F97F083C39}"/>
          </ac:spMkLst>
        </pc:spChg>
        <pc:spChg chg="del">
          <ac:chgData name="Jon Bird" userId="972cd707-37b4-43d1-9129-42033b26a2c3" providerId="ADAL" clId="{E8E6A37A-FEE3-4CB3-8368-B4B6971DFC0E}" dt="2023-01-17T16:05:01.690" v="80"/>
          <ac:spMkLst>
            <pc:docMk/>
            <pc:sldMk cId="1586942625" sldId="520"/>
            <ac:spMk id="38" creationId="{29FDB030-9B49-4CED-8CCD-4D99382388AC}"/>
          </ac:spMkLst>
        </pc:spChg>
        <pc:spChg chg="del">
          <ac:chgData name="Jon Bird" userId="972cd707-37b4-43d1-9129-42033b26a2c3" providerId="ADAL" clId="{E8E6A37A-FEE3-4CB3-8368-B4B6971DFC0E}" dt="2023-01-17T16:05:01.690" v="80"/>
          <ac:spMkLst>
            <pc:docMk/>
            <pc:sldMk cId="1586942625" sldId="520"/>
            <ac:spMk id="39" creationId="{3783CA14-24A1-485C-8B30-D6A5D87987AD}"/>
          </ac:spMkLst>
        </pc:spChg>
        <pc:spChg chg="del">
          <ac:chgData name="Jon Bird" userId="972cd707-37b4-43d1-9129-42033b26a2c3" providerId="ADAL" clId="{E8E6A37A-FEE3-4CB3-8368-B4B6971DFC0E}" dt="2023-01-17T16:05:01.690" v="80"/>
          <ac:spMkLst>
            <pc:docMk/>
            <pc:sldMk cId="1586942625" sldId="520"/>
            <ac:spMk id="40" creationId="{9A97C86A-04D6-40F7-AE84-31AB43E6A846}"/>
          </ac:spMkLst>
        </pc:spChg>
      </pc:sldChg>
      <pc:sldChg chg="add">
        <pc:chgData name="Jon Bird" userId="972cd707-37b4-43d1-9129-42033b26a2c3" providerId="ADAL" clId="{E8E6A37A-FEE3-4CB3-8368-B4B6971DFC0E}" dt="2023-01-17T16:05:01.690" v="80"/>
        <pc:sldMkLst>
          <pc:docMk/>
          <pc:sldMk cId="1282739408" sldId="521"/>
        </pc:sldMkLst>
      </pc:sldChg>
      <pc:sldChg chg="addSp modSp new mod modAnim">
        <pc:chgData name="Jon Bird" userId="972cd707-37b4-43d1-9129-42033b26a2c3" providerId="ADAL" clId="{E8E6A37A-FEE3-4CB3-8368-B4B6971DFC0E}" dt="2023-01-17T16:10:39.457" v="111" actId="1076"/>
        <pc:sldMkLst>
          <pc:docMk/>
          <pc:sldMk cId="745494536" sldId="522"/>
        </pc:sldMkLst>
        <pc:spChg chg="mod">
          <ac:chgData name="Jon Bird" userId="972cd707-37b4-43d1-9129-42033b26a2c3" providerId="ADAL" clId="{E8E6A37A-FEE3-4CB3-8368-B4B6971DFC0E}" dt="2023-01-17T16:10:10.419" v="107" actId="113"/>
          <ac:spMkLst>
            <pc:docMk/>
            <pc:sldMk cId="745494536" sldId="522"/>
            <ac:spMk id="2" creationId="{B56ED140-E217-F8D1-103A-C0B9F87E6CCD}"/>
          </ac:spMkLst>
        </pc:spChg>
        <pc:picChg chg="add mod">
          <ac:chgData name="Jon Bird" userId="972cd707-37b4-43d1-9129-42033b26a2c3" providerId="ADAL" clId="{E8E6A37A-FEE3-4CB3-8368-B4B6971DFC0E}" dt="2023-01-17T16:10:39.457" v="111" actId="1076"/>
          <ac:picMkLst>
            <pc:docMk/>
            <pc:sldMk cId="745494536" sldId="522"/>
            <ac:picMk id="3" creationId="{68D68DAC-83A9-3414-457C-959FC793BB9B}"/>
          </ac:picMkLst>
        </pc:picChg>
      </pc:sldChg>
    </pc:docChg>
  </pc:docChgLst>
  <pc:docChgLst>
    <pc:chgData name="Jon Bird" userId="972cd707-37b4-43d1-9129-42033b26a2c3" providerId="ADAL" clId="{F45E5ACE-47FA-4E09-BC9D-8C8A67597424}"/>
    <pc:docChg chg="custSel modSld">
      <pc:chgData name="Jon Bird" userId="972cd707-37b4-43d1-9129-42033b26a2c3" providerId="ADAL" clId="{F45E5ACE-47FA-4E09-BC9D-8C8A67597424}" dt="2023-08-18T12:49:55.367" v="21" actId="207"/>
      <pc:docMkLst>
        <pc:docMk/>
      </pc:docMkLst>
      <pc:sldChg chg="modSp mod">
        <pc:chgData name="Jon Bird" userId="972cd707-37b4-43d1-9129-42033b26a2c3" providerId="ADAL" clId="{F45E5ACE-47FA-4E09-BC9D-8C8A67597424}" dt="2023-08-18T12:49:43.511" v="17" actId="113"/>
        <pc:sldMkLst>
          <pc:docMk/>
          <pc:sldMk cId="633446416" sldId="478"/>
        </pc:sldMkLst>
        <pc:spChg chg="mod">
          <ac:chgData name="Jon Bird" userId="972cd707-37b4-43d1-9129-42033b26a2c3" providerId="ADAL" clId="{F45E5ACE-47FA-4E09-BC9D-8C8A67597424}" dt="2023-08-18T12:49:43.511" v="17" actId="113"/>
          <ac:spMkLst>
            <pc:docMk/>
            <pc:sldMk cId="633446416" sldId="478"/>
            <ac:spMk id="2" creationId="{00000000-0000-0000-0000-000000000000}"/>
          </ac:spMkLst>
        </pc:spChg>
      </pc:sldChg>
      <pc:sldChg chg="modSp mod">
        <pc:chgData name="Jon Bird" userId="972cd707-37b4-43d1-9129-42033b26a2c3" providerId="ADAL" clId="{F45E5ACE-47FA-4E09-BC9D-8C8A67597424}" dt="2023-08-18T12:49:32.622" v="13" actId="207"/>
        <pc:sldMkLst>
          <pc:docMk/>
          <pc:sldMk cId="2074198938" sldId="482"/>
        </pc:sldMkLst>
        <pc:spChg chg="mod">
          <ac:chgData name="Jon Bird" userId="972cd707-37b4-43d1-9129-42033b26a2c3" providerId="ADAL" clId="{F45E5ACE-47FA-4E09-BC9D-8C8A67597424}" dt="2023-08-18T12:49:32.622" v="13" actId="207"/>
          <ac:spMkLst>
            <pc:docMk/>
            <pc:sldMk cId="2074198938" sldId="482"/>
            <ac:spMk id="2" creationId="{00000000-0000-0000-0000-000000000000}"/>
          </ac:spMkLst>
        </pc:spChg>
      </pc:sldChg>
      <pc:sldChg chg="modSp mod">
        <pc:chgData name="Jon Bird" userId="972cd707-37b4-43d1-9129-42033b26a2c3" providerId="ADAL" clId="{F45E5ACE-47FA-4E09-BC9D-8C8A67597424}" dt="2023-08-18T12:49:49.080" v="19" actId="207"/>
        <pc:sldMkLst>
          <pc:docMk/>
          <pc:sldMk cId="3622748085" sldId="485"/>
        </pc:sldMkLst>
        <pc:spChg chg="mod">
          <ac:chgData name="Jon Bird" userId="972cd707-37b4-43d1-9129-42033b26a2c3" providerId="ADAL" clId="{F45E5ACE-47FA-4E09-BC9D-8C8A67597424}" dt="2023-08-18T12:49:49.080" v="19" actId="207"/>
          <ac:spMkLst>
            <pc:docMk/>
            <pc:sldMk cId="3622748085" sldId="485"/>
            <ac:spMk id="2" creationId="{00000000-0000-0000-0000-000000000000}"/>
          </ac:spMkLst>
        </pc:spChg>
      </pc:sldChg>
      <pc:sldChg chg="modSp mod">
        <pc:chgData name="Jon Bird" userId="972cd707-37b4-43d1-9129-42033b26a2c3" providerId="ADAL" clId="{F45E5ACE-47FA-4E09-BC9D-8C8A67597424}" dt="2023-08-18T12:49:25.025" v="11" actId="14100"/>
        <pc:sldMkLst>
          <pc:docMk/>
          <pc:sldMk cId="1314047150" sldId="486"/>
        </pc:sldMkLst>
        <pc:picChg chg="mod">
          <ac:chgData name="Jon Bird" userId="972cd707-37b4-43d1-9129-42033b26a2c3" providerId="ADAL" clId="{F45E5ACE-47FA-4E09-BC9D-8C8A67597424}" dt="2023-08-18T12:49:25.025" v="11" actId="14100"/>
          <ac:picMkLst>
            <pc:docMk/>
            <pc:sldMk cId="1314047150" sldId="486"/>
            <ac:picMk id="3" creationId="{00000000-0000-0000-0000-000000000000}"/>
          </ac:picMkLst>
        </pc:picChg>
      </pc:sldChg>
      <pc:sldChg chg="modSp mod">
        <pc:chgData name="Jon Bird" userId="972cd707-37b4-43d1-9129-42033b26a2c3" providerId="ADAL" clId="{F45E5ACE-47FA-4E09-BC9D-8C8A67597424}" dt="2023-08-18T12:49:55.367" v="21" actId="207"/>
        <pc:sldMkLst>
          <pc:docMk/>
          <pc:sldMk cId="554909906" sldId="487"/>
        </pc:sldMkLst>
        <pc:spChg chg="mod">
          <ac:chgData name="Jon Bird" userId="972cd707-37b4-43d1-9129-42033b26a2c3" providerId="ADAL" clId="{F45E5ACE-47FA-4E09-BC9D-8C8A67597424}" dt="2023-08-18T12:49:55.367" v="21" actId="207"/>
          <ac:spMkLst>
            <pc:docMk/>
            <pc:sldMk cId="554909906" sldId="487"/>
            <ac:spMk id="2" creationId="{00000000-0000-0000-0000-000000000000}"/>
          </ac:spMkLst>
        </pc:spChg>
      </pc:sldChg>
      <pc:sldChg chg="modSp mod">
        <pc:chgData name="Jon Bird" userId="972cd707-37b4-43d1-9129-42033b26a2c3" providerId="ADAL" clId="{F45E5ACE-47FA-4E09-BC9D-8C8A67597424}" dt="2023-08-18T12:49:38.414" v="15" actId="207"/>
        <pc:sldMkLst>
          <pc:docMk/>
          <pc:sldMk cId="251805373" sldId="490"/>
        </pc:sldMkLst>
        <pc:spChg chg="mod">
          <ac:chgData name="Jon Bird" userId="972cd707-37b4-43d1-9129-42033b26a2c3" providerId="ADAL" clId="{F45E5ACE-47FA-4E09-BC9D-8C8A67597424}" dt="2023-08-18T12:49:38.414" v="15" actId="207"/>
          <ac:spMkLst>
            <pc:docMk/>
            <pc:sldMk cId="251805373" sldId="490"/>
            <ac:spMk id="2" creationId="{00000000-0000-0000-0000-000000000000}"/>
          </ac:spMkLst>
        </pc:spChg>
      </pc:sldChg>
      <pc:sldChg chg="modSp mod">
        <pc:chgData name="Jon Bird" userId="972cd707-37b4-43d1-9129-42033b26a2c3" providerId="ADAL" clId="{F45E5ACE-47FA-4E09-BC9D-8C8A67597424}" dt="2023-08-18T12:49:16.788" v="10" actId="207"/>
        <pc:sldMkLst>
          <pc:docMk/>
          <pc:sldMk cId="1830554939" sldId="492"/>
        </pc:sldMkLst>
        <pc:spChg chg="mod">
          <ac:chgData name="Jon Bird" userId="972cd707-37b4-43d1-9129-42033b26a2c3" providerId="ADAL" clId="{F45E5ACE-47FA-4E09-BC9D-8C8A67597424}" dt="2023-08-18T12:49:16.788" v="10" actId="207"/>
          <ac:spMkLst>
            <pc:docMk/>
            <pc:sldMk cId="1830554939" sldId="492"/>
            <ac:spMk id="2" creationId="{00000000-0000-0000-0000-000000000000}"/>
          </ac:spMkLst>
        </pc:spChg>
      </pc:sldChg>
      <pc:sldChg chg="modSp mod">
        <pc:chgData name="Jon Bird" userId="972cd707-37b4-43d1-9129-42033b26a2c3" providerId="ADAL" clId="{F45E5ACE-47FA-4E09-BC9D-8C8A67597424}" dt="2023-08-18T12:48:53.707" v="4" actId="207"/>
        <pc:sldMkLst>
          <pc:docMk/>
          <pc:sldMk cId="1942612438" sldId="494"/>
        </pc:sldMkLst>
        <pc:spChg chg="mod">
          <ac:chgData name="Jon Bird" userId="972cd707-37b4-43d1-9129-42033b26a2c3" providerId="ADAL" clId="{F45E5ACE-47FA-4E09-BC9D-8C8A67597424}" dt="2023-08-18T12:48:53.707" v="4" actId="207"/>
          <ac:spMkLst>
            <pc:docMk/>
            <pc:sldMk cId="1942612438" sldId="494"/>
            <ac:spMk id="2" creationId="{00000000-0000-0000-0000-000000000000}"/>
          </ac:spMkLst>
        </pc:spChg>
      </pc:sldChg>
      <pc:sldChg chg="modSp mod">
        <pc:chgData name="Jon Bird" userId="972cd707-37b4-43d1-9129-42033b26a2c3" providerId="ADAL" clId="{F45E5ACE-47FA-4E09-BC9D-8C8A67597424}" dt="2023-08-18T12:48:59.021" v="6" actId="207"/>
        <pc:sldMkLst>
          <pc:docMk/>
          <pc:sldMk cId="2933908208" sldId="495"/>
        </pc:sldMkLst>
        <pc:spChg chg="mod">
          <ac:chgData name="Jon Bird" userId="972cd707-37b4-43d1-9129-42033b26a2c3" providerId="ADAL" clId="{F45E5ACE-47FA-4E09-BC9D-8C8A67597424}" dt="2023-08-18T12:48:59.021" v="6" actId="207"/>
          <ac:spMkLst>
            <pc:docMk/>
            <pc:sldMk cId="2933908208" sldId="495"/>
            <ac:spMk id="2" creationId="{00000000-0000-0000-0000-000000000000}"/>
          </ac:spMkLst>
        </pc:spChg>
      </pc:sldChg>
      <pc:sldChg chg="delSp modSp mod">
        <pc:chgData name="Jon Bird" userId="972cd707-37b4-43d1-9129-42033b26a2c3" providerId="ADAL" clId="{F45E5ACE-47FA-4E09-BC9D-8C8A67597424}" dt="2023-08-18T12:48:47.142" v="2" actId="207"/>
        <pc:sldMkLst>
          <pc:docMk/>
          <pc:sldMk cId="2462080364" sldId="496"/>
        </pc:sldMkLst>
        <pc:spChg chg="mod">
          <ac:chgData name="Jon Bird" userId="972cd707-37b4-43d1-9129-42033b26a2c3" providerId="ADAL" clId="{F45E5ACE-47FA-4E09-BC9D-8C8A67597424}" dt="2023-08-18T12:48:47.142" v="2" actId="207"/>
          <ac:spMkLst>
            <pc:docMk/>
            <pc:sldMk cId="2462080364" sldId="496"/>
            <ac:spMk id="2" creationId="{00000000-0000-0000-0000-000000000000}"/>
          </ac:spMkLst>
        </pc:spChg>
        <pc:spChg chg="del">
          <ac:chgData name="Jon Bird" userId="972cd707-37b4-43d1-9129-42033b26a2c3" providerId="ADAL" clId="{F45E5ACE-47FA-4E09-BC9D-8C8A67597424}" dt="2023-08-18T12:48:40.189" v="0" actId="478"/>
          <ac:spMkLst>
            <pc:docMk/>
            <pc:sldMk cId="2462080364" sldId="496"/>
            <ac:spMk id="4" creationId="{00000000-0000-0000-0000-000000000000}"/>
          </ac:spMkLst>
        </pc:spChg>
      </pc:sldChg>
      <pc:sldChg chg="modSp mod">
        <pc:chgData name="Jon Bird" userId="972cd707-37b4-43d1-9129-42033b26a2c3" providerId="ADAL" clId="{F45E5ACE-47FA-4E09-BC9D-8C8A67597424}" dt="2023-08-18T12:49:05.160" v="8" actId="207"/>
        <pc:sldMkLst>
          <pc:docMk/>
          <pc:sldMk cId="1452281032" sldId="498"/>
        </pc:sldMkLst>
        <pc:spChg chg="mod">
          <ac:chgData name="Jon Bird" userId="972cd707-37b4-43d1-9129-42033b26a2c3" providerId="ADAL" clId="{F45E5ACE-47FA-4E09-BC9D-8C8A67597424}" dt="2023-08-18T12:49:05.160" v="8" actId="207"/>
          <ac:spMkLst>
            <pc:docMk/>
            <pc:sldMk cId="1452281032" sldId="498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D08C28-8849-4A92-BC0A-F0A3A13BC3D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D33B4D-5B56-45FD-B5B0-AD2C17C1501E}">
      <dgm:prSet/>
      <dgm:spPr/>
      <dgm:t>
        <a:bodyPr/>
        <a:lstStyle/>
        <a:p>
          <a:r>
            <a:rPr lang="en-GB"/>
            <a:t>Internal analysis</a:t>
          </a:r>
          <a:endParaRPr lang="en-US"/>
        </a:p>
      </dgm:t>
    </dgm:pt>
    <dgm:pt modelId="{FF52DBA9-1BA4-439F-920A-FBA6F85DF149}" type="parTrans" cxnId="{41D359F7-FEA1-4CFB-93B3-4BAEC1315E7E}">
      <dgm:prSet/>
      <dgm:spPr/>
      <dgm:t>
        <a:bodyPr/>
        <a:lstStyle/>
        <a:p>
          <a:endParaRPr lang="en-US"/>
        </a:p>
      </dgm:t>
    </dgm:pt>
    <dgm:pt modelId="{79380900-13E4-4B9C-AB60-EC1F010C78A7}" type="sibTrans" cxnId="{41D359F7-FEA1-4CFB-93B3-4BAEC1315E7E}">
      <dgm:prSet/>
      <dgm:spPr/>
      <dgm:t>
        <a:bodyPr/>
        <a:lstStyle/>
        <a:p>
          <a:endParaRPr lang="en-US"/>
        </a:p>
      </dgm:t>
    </dgm:pt>
    <dgm:pt modelId="{B2158696-3FDA-4E9F-8D29-803628BCC0FD}">
      <dgm:prSet/>
      <dgm:spPr/>
      <dgm:t>
        <a:bodyPr/>
        <a:lstStyle/>
        <a:p>
          <a:r>
            <a:rPr lang="en-GB"/>
            <a:t>SWOT</a:t>
          </a:r>
          <a:endParaRPr lang="en-US"/>
        </a:p>
      </dgm:t>
    </dgm:pt>
    <dgm:pt modelId="{00CB33A2-34E9-45E8-81D0-C5A28FB46367}" type="parTrans" cxnId="{228B3A93-C9CA-4FDD-ACBF-0228B9EA9EB9}">
      <dgm:prSet/>
      <dgm:spPr/>
      <dgm:t>
        <a:bodyPr/>
        <a:lstStyle/>
        <a:p>
          <a:endParaRPr lang="en-US"/>
        </a:p>
      </dgm:t>
    </dgm:pt>
    <dgm:pt modelId="{01EFCF7D-17DB-4E19-9305-2555B1B0165B}" type="sibTrans" cxnId="{228B3A93-C9CA-4FDD-ACBF-0228B9EA9EB9}">
      <dgm:prSet/>
      <dgm:spPr/>
      <dgm:t>
        <a:bodyPr/>
        <a:lstStyle/>
        <a:p>
          <a:endParaRPr lang="en-US"/>
        </a:p>
      </dgm:t>
    </dgm:pt>
    <dgm:pt modelId="{929DFF3A-23B4-400A-B064-6964613CC91F}">
      <dgm:prSet/>
      <dgm:spPr/>
      <dgm:t>
        <a:bodyPr/>
        <a:lstStyle/>
        <a:p>
          <a:r>
            <a:rPr lang="en-GB"/>
            <a:t>Value chain analysis</a:t>
          </a:r>
          <a:endParaRPr lang="en-US"/>
        </a:p>
      </dgm:t>
    </dgm:pt>
    <dgm:pt modelId="{B81B72DA-3FBE-4571-AD46-D49C521A5687}" type="parTrans" cxnId="{5DE4A338-56AA-4E9A-83D2-C9240845BED4}">
      <dgm:prSet/>
      <dgm:spPr/>
      <dgm:t>
        <a:bodyPr/>
        <a:lstStyle/>
        <a:p>
          <a:endParaRPr lang="en-US"/>
        </a:p>
      </dgm:t>
    </dgm:pt>
    <dgm:pt modelId="{507808B9-09F3-4E5B-84AC-1128DD208686}" type="sibTrans" cxnId="{5DE4A338-56AA-4E9A-83D2-C9240845BED4}">
      <dgm:prSet/>
      <dgm:spPr/>
      <dgm:t>
        <a:bodyPr/>
        <a:lstStyle/>
        <a:p>
          <a:endParaRPr lang="en-US"/>
        </a:p>
      </dgm:t>
    </dgm:pt>
    <dgm:pt modelId="{FADA90A5-F236-4981-A653-36909D4954E7}">
      <dgm:prSet/>
      <dgm:spPr/>
      <dgm:t>
        <a:bodyPr/>
        <a:lstStyle/>
        <a:p>
          <a:r>
            <a:rPr lang="en-GB"/>
            <a:t>The resource-based view (VRIO framework)</a:t>
          </a:r>
          <a:endParaRPr lang="en-US"/>
        </a:p>
      </dgm:t>
    </dgm:pt>
    <dgm:pt modelId="{842D5A16-3F21-4565-B65B-8056DF6CC4D5}" type="parTrans" cxnId="{0E8BEBCD-44C8-4599-AC9A-FD5B803FE52A}">
      <dgm:prSet/>
      <dgm:spPr/>
      <dgm:t>
        <a:bodyPr/>
        <a:lstStyle/>
        <a:p>
          <a:endParaRPr lang="en-US"/>
        </a:p>
      </dgm:t>
    </dgm:pt>
    <dgm:pt modelId="{D3770F1A-C3B5-4B49-9282-5F3A18C1F849}" type="sibTrans" cxnId="{0E8BEBCD-44C8-4599-AC9A-FD5B803FE52A}">
      <dgm:prSet/>
      <dgm:spPr/>
      <dgm:t>
        <a:bodyPr/>
        <a:lstStyle/>
        <a:p>
          <a:endParaRPr lang="en-US"/>
        </a:p>
      </dgm:t>
    </dgm:pt>
    <dgm:pt modelId="{C4FAA206-0BBD-4118-86AD-B40E270C0503}">
      <dgm:prSet/>
      <dgm:spPr/>
      <dgm:t>
        <a:bodyPr/>
        <a:lstStyle/>
        <a:p>
          <a:r>
            <a:rPr lang="en-GB"/>
            <a:t>Standards for comparison</a:t>
          </a:r>
          <a:endParaRPr lang="en-US"/>
        </a:p>
      </dgm:t>
    </dgm:pt>
    <dgm:pt modelId="{E226E12C-332D-47E8-8024-DC6B2C312150}" type="parTrans" cxnId="{A5F26D32-B596-4A4B-8264-D923C24B9302}">
      <dgm:prSet/>
      <dgm:spPr/>
      <dgm:t>
        <a:bodyPr/>
        <a:lstStyle/>
        <a:p>
          <a:endParaRPr lang="en-US"/>
        </a:p>
      </dgm:t>
    </dgm:pt>
    <dgm:pt modelId="{8943D099-152F-4A73-9545-BC5195C48A23}" type="sibTrans" cxnId="{A5F26D32-B596-4A4B-8264-D923C24B9302}">
      <dgm:prSet/>
      <dgm:spPr/>
      <dgm:t>
        <a:bodyPr/>
        <a:lstStyle/>
        <a:p>
          <a:endParaRPr lang="en-US"/>
        </a:p>
      </dgm:t>
    </dgm:pt>
    <dgm:pt modelId="{36928EE6-B942-42DD-9F62-65D63EB85411}">
      <dgm:prSet/>
      <dgm:spPr/>
      <dgm:t>
        <a:bodyPr/>
        <a:lstStyle/>
        <a:p>
          <a:r>
            <a:rPr lang="en-GB"/>
            <a:t>External analysis</a:t>
          </a:r>
          <a:endParaRPr lang="en-US"/>
        </a:p>
      </dgm:t>
    </dgm:pt>
    <dgm:pt modelId="{DFC3E0F1-A338-4C71-83C7-B1206E7807B4}" type="parTrans" cxnId="{AE62993D-93E3-4EDD-846A-D68C73C3B5A4}">
      <dgm:prSet/>
      <dgm:spPr/>
      <dgm:t>
        <a:bodyPr/>
        <a:lstStyle/>
        <a:p>
          <a:endParaRPr lang="en-US"/>
        </a:p>
      </dgm:t>
    </dgm:pt>
    <dgm:pt modelId="{5536D520-DB9E-4F48-9E2A-840A0FDDFDFF}" type="sibTrans" cxnId="{AE62993D-93E3-4EDD-846A-D68C73C3B5A4}">
      <dgm:prSet/>
      <dgm:spPr/>
      <dgm:t>
        <a:bodyPr/>
        <a:lstStyle/>
        <a:p>
          <a:endParaRPr lang="en-US"/>
        </a:p>
      </dgm:t>
    </dgm:pt>
    <dgm:pt modelId="{62F1A424-94C3-4B95-9267-D3B86FF924B9}">
      <dgm:prSet/>
      <dgm:spPr/>
      <dgm:t>
        <a:bodyPr/>
        <a:lstStyle/>
        <a:p>
          <a:r>
            <a:rPr lang="en-GB"/>
            <a:t>PESTLE framework</a:t>
          </a:r>
          <a:endParaRPr lang="en-US"/>
        </a:p>
      </dgm:t>
    </dgm:pt>
    <dgm:pt modelId="{31633B36-E4D3-43CD-BE76-5089F940EF14}" type="parTrans" cxnId="{DF0B09C5-4E23-43D8-A449-841CD07AE196}">
      <dgm:prSet/>
      <dgm:spPr/>
      <dgm:t>
        <a:bodyPr/>
        <a:lstStyle/>
        <a:p>
          <a:endParaRPr lang="en-US"/>
        </a:p>
      </dgm:t>
    </dgm:pt>
    <dgm:pt modelId="{44979186-42F6-4303-9FE0-EF3DE4FAEE40}" type="sibTrans" cxnId="{DF0B09C5-4E23-43D8-A449-841CD07AE196}">
      <dgm:prSet/>
      <dgm:spPr/>
      <dgm:t>
        <a:bodyPr/>
        <a:lstStyle/>
        <a:p>
          <a:endParaRPr lang="en-US"/>
        </a:p>
      </dgm:t>
    </dgm:pt>
    <dgm:pt modelId="{438B147E-DB98-48FC-B59C-E630F1A606FB}">
      <dgm:prSet/>
      <dgm:spPr/>
      <dgm:t>
        <a:bodyPr/>
        <a:lstStyle/>
        <a:p>
          <a:r>
            <a:rPr lang="en-GB"/>
            <a:t>LoNGPESTLE</a:t>
          </a:r>
          <a:endParaRPr lang="en-US"/>
        </a:p>
      </dgm:t>
    </dgm:pt>
    <dgm:pt modelId="{F451425B-6613-4787-8EDF-3E58EA1999DB}" type="parTrans" cxnId="{384C1280-3EAE-430E-A39B-AFEA2AEC70BD}">
      <dgm:prSet/>
      <dgm:spPr/>
      <dgm:t>
        <a:bodyPr/>
        <a:lstStyle/>
        <a:p>
          <a:endParaRPr lang="en-US"/>
        </a:p>
      </dgm:t>
    </dgm:pt>
    <dgm:pt modelId="{D0D53084-EB6A-4427-9377-EAD2A451B067}" type="sibTrans" cxnId="{384C1280-3EAE-430E-A39B-AFEA2AEC70BD}">
      <dgm:prSet/>
      <dgm:spPr/>
      <dgm:t>
        <a:bodyPr/>
        <a:lstStyle/>
        <a:p>
          <a:endParaRPr lang="en-US"/>
        </a:p>
      </dgm:t>
    </dgm:pt>
    <dgm:pt modelId="{657EBC87-31F2-4B9D-8D94-A92C6CF3FAEA}">
      <dgm:prSet/>
      <dgm:spPr/>
      <dgm:t>
        <a:bodyPr/>
        <a:lstStyle/>
        <a:p>
          <a:r>
            <a:rPr lang="en-GB" dirty="0"/>
            <a:t>Porter’s five forces</a:t>
          </a:r>
          <a:endParaRPr lang="en-US" dirty="0"/>
        </a:p>
      </dgm:t>
    </dgm:pt>
    <dgm:pt modelId="{3BA6096E-AA69-44AF-A5F6-C0C84B312A38}" type="parTrans" cxnId="{A1EB6FDC-35F3-4F24-847C-208490B9B9BA}">
      <dgm:prSet/>
      <dgm:spPr/>
      <dgm:t>
        <a:bodyPr/>
        <a:lstStyle/>
        <a:p>
          <a:endParaRPr lang="en-US"/>
        </a:p>
      </dgm:t>
    </dgm:pt>
    <dgm:pt modelId="{10709D6C-8EDD-4C7D-9225-FE051E40D562}" type="sibTrans" cxnId="{A1EB6FDC-35F3-4F24-847C-208490B9B9BA}">
      <dgm:prSet/>
      <dgm:spPr/>
      <dgm:t>
        <a:bodyPr/>
        <a:lstStyle/>
        <a:p>
          <a:endParaRPr lang="en-US"/>
        </a:p>
      </dgm:t>
    </dgm:pt>
    <dgm:pt modelId="{8FB72F48-B546-49E0-B224-B810C42BD0CE}">
      <dgm:prSet/>
      <dgm:spPr/>
      <dgm:t>
        <a:bodyPr/>
        <a:lstStyle/>
        <a:p>
          <a:r>
            <a:rPr lang="en-US" dirty="0"/>
            <a:t>Porter’s diamond model</a:t>
          </a:r>
        </a:p>
      </dgm:t>
    </dgm:pt>
    <dgm:pt modelId="{BBEA6F0C-458F-4B0F-889F-5275D330CAF9}" type="parTrans" cxnId="{49EFA5B9-4502-4943-BA8C-B17F9B83A0C5}">
      <dgm:prSet/>
      <dgm:spPr/>
      <dgm:t>
        <a:bodyPr/>
        <a:lstStyle/>
        <a:p>
          <a:endParaRPr lang="en-GB"/>
        </a:p>
      </dgm:t>
    </dgm:pt>
    <dgm:pt modelId="{BACB6AD5-574F-40ED-B238-F392C0E76C1C}" type="sibTrans" cxnId="{49EFA5B9-4502-4943-BA8C-B17F9B83A0C5}">
      <dgm:prSet/>
      <dgm:spPr/>
      <dgm:t>
        <a:bodyPr/>
        <a:lstStyle/>
        <a:p>
          <a:endParaRPr lang="en-GB"/>
        </a:p>
      </dgm:t>
    </dgm:pt>
    <dgm:pt modelId="{0DED96A0-9848-4AEF-8D1A-1B20CDADDA44}">
      <dgm:prSet/>
      <dgm:spPr/>
      <dgm:t>
        <a:bodyPr/>
        <a:lstStyle/>
        <a:p>
          <a:r>
            <a:rPr lang="en-US" dirty="0"/>
            <a:t>Industry life cycle analysis</a:t>
          </a:r>
        </a:p>
      </dgm:t>
    </dgm:pt>
    <dgm:pt modelId="{D712029C-1609-40C9-8983-A9C7615B4FB8}" type="parTrans" cxnId="{3F972114-F2E8-4BB9-955E-0A27EA66A7BA}">
      <dgm:prSet/>
      <dgm:spPr/>
      <dgm:t>
        <a:bodyPr/>
        <a:lstStyle/>
        <a:p>
          <a:endParaRPr lang="en-GB"/>
        </a:p>
      </dgm:t>
    </dgm:pt>
    <dgm:pt modelId="{6D6F0CBF-7FDB-4BE7-9CEE-1497D9B328B3}" type="sibTrans" cxnId="{3F972114-F2E8-4BB9-955E-0A27EA66A7BA}">
      <dgm:prSet/>
      <dgm:spPr/>
      <dgm:t>
        <a:bodyPr/>
        <a:lstStyle/>
        <a:p>
          <a:endParaRPr lang="en-GB"/>
        </a:p>
      </dgm:t>
    </dgm:pt>
    <dgm:pt modelId="{91718643-D323-4D79-8ADA-32C7E7D912B0}" type="pres">
      <dgm:prSet presAssocID="{E4D08C28-8849-4A92-BC0A-F0A3A13BC3D2}" presName="diagram" presStyleCnt="0">
        <dgm:presLayoutVars>
          <dgm:dir/>
          <dgm:resizeHandles val="exact"/>
        </dgm:presLayoutVars>
      </dgm:prSet>
      <dgm:spPr/>
    </dgm:pt>
    <dgm:pt modelId="{0DFD2E65-7140-4677-A6E1-063261A2BDBD}" type="pres">
      <dgm:prSet presAssocID="{0ED33B4D-5B56-45FD-B5B0-AD2C17C1501E}" presName="node" presStyleLbl="node1" presStyleIdx="0" presStyleCnt="2">
        <dgm:presLayoutVars>
          <dgm:bulletEnabled val="1"/>
        </dgm:presLayoutVars>
      </dgm:prSet>
      <dgm:spPr/>
    </dgm:pt>
    <dgm:pt modelId="{58602185-CD80-4FD2-8217-F12E27A091D4}" type="pres">
      <dgm:prSet presAssocID="{79380900-13E4-4B9C-AB60-EC1F010C78A7}" presName="sibTrans" presStyleCnt="0"/>
      <dgm:spPr/>
    </dgm:pt>
    <dgm:pt modelId="{C3D89420-4830-4A31-9EEC-A9A2BCC6644F}" type="pres">
      <dgm:prSet presAssocID="{36928EE6-B942-42DD-9F62-65D63EB85411}" presName="node" presStyleLbl="node1" presStyleIdx="1" presStyleCnt="2">
        <dgm:presLayoutVars>
          <dgm:bulletEnabled val="1"/>
        </dgm:presLayoutVars>
      </dgm:prSet>
      <dgm:spPr/>
    </dgm:pt>
  </dgm:ptLst>
  <dgm:cxnLst>
    <dgm:cxn modelId="{532D730F-7486-4E22-A760-B838E8E93D83}" type="presOf" srcId="{62F1A424-94C3-4B95-9267-D3B86FF924B9}" destId="{C3D89420-4830-4A31-9EEC-A9A2BCC6644F}" srcOrd="0" destOrd="1" presId="urn:microsoft.com/office/officeart/2005/8/layout/default"/>
    <dgm:cxn modelId="{3F972114-F2E8-4BB9-955E-0A27EA66A7BA}" srcId="{36928EE6-B942-42DD-9F62-65D63EB85411}" destId="{0DED96A0-9848-4AEF-8D1A-1B20CDADDA44}" srcOrd="3" destOrd="0" parTransId="{D712029C-1609-40C9-8983-A9C7615B4FB8}" sibTransId="{6D6F0CBF-7FDB-4BE7-9CEE-1497D9B328B3}"/>
    <dgm:cxn modelId="{4B0F892A-ED5C-4AB1-961B-9EB56ABE25AA}" type="presOf" srcId="{E4D08C28-8849-4A92-BC0A-F0A3A13BC3D2}" destId="{91718643-D323-4D79-8ADA-32C7E7D912B0}" srcOrd="0" destOrd="0" presId="urn:microsoft.com/office/officeart/2005/8/layout/default"/>
    <dgm:cxn modelId="{A5F26D32-B596-4A4B-8264-D923C24B9302}" srcId="{0ED33B4D-5B56-45FD-B5B0-AD2C17C1501E}" destId="{C4FAA206-0BBD-4118-86AD-B40E270C0503}" srcOrd="3" destOrd="0" parTransId="{E226E12C-332D-47E8-8024-DC6B2C312150}" sibTransId="{8943D099-152F-4A73-9545-BC5195C48A23}"/>
    <dgm:cxn modelId="{5DE4A338-56AA-4E9A-83D2-C9240845BED4}" srcId="{0ED33B4D-5B56-45FD-B5B0-AD2C17C1501E}" destId="{929DFF3A-23B4-400A-B064-6964613CC91F}" srcOrd="1" destOrd="0" parTransId="{B81B72DA-3FBE-4571-AD46-D49C521A5687}" sibTransId="{507808B9-09F3-4E5B-84AC-1128DD208686}"/>
    <dgm:cxn modelId="{AE62993D-93E3-4EDD-846A-D68C73C3B5A4}" srcId="{E4D08C28-8849-4A92-BC0A-F0A3A13BC3D2}" destId="{36928EE6-B942-42DD-9F62-65D63EB85411}" srcOrd="1" destOrd="0" parTransId="{DFC3E0F1-A338-4C71-83C7-B1206E7807B4}" sibTransId="{5536D520-DB9E-4F48-9E2A-840A0FDDFDFF}"/>
    <dgm:cxn modelId="{CEFC1F3F-3166-4EF5-AD31-A77CE90C3EF4}" type="presOf" srcId="{438B147E-DB98-48FC-B59C-E630F1A606FB}" destId="{C3D89420-4830-4A31-9EEC-A9A2BCC6644F}" srcOrd="0" destOrd="2" presId="urn:microsoft.com/office/officeart/2005/8/layout/default"/>
    <dgm:cxn modelId="{60514F3F-A606-476E-A65A-A2D88DABDDE1}" type="presOf" srcId="{0ED33B4D-5B56-45FD-B5B0-AD2C17C1501E}" destId="{0DFD2E65-7140-4677-A6E1-063261A2BDBD}" srcOrd="0" destOrd="0" presId="urn:microsoft.com/office/officeart/2005/8/layout/default"/>
    <dgm:cxn modelId="{66680748-E982-4766-87B8-B2CB9B12A93D}" type="presOf" srcId="{929DFF3A-23B4-400A-B064-6964613CC91F}" destId="{0DFD2E65-7140-4677-A6E1-063261A2BDBD}" srcOrd="0" destOrd="2" presId="urn:microsoft.com/office/officeart/2005/8/layout/default"/>
    <dgm:cxn modelId="{7C1C3D5A-F4F0-47C3-B789-DD5D9CA04C72}" type="presOf" srcId="{FADA90A5-F236-4981-A653-36909D4954E7}" destId="{0DFD2E65-7140-4677-A6E1-063261A2BDBD}" srcOrd="0" destOrd="3" presId="urn:microsoft.com/office/officeart/2005/8/layout/default"/>
    <dgm:cxn modelId="{CD069262-EFC5-4FA4-8BF7-F5A83D871386}" type="presOf" srcId="{8FB72F48-B546-49E0-B224-B810C42BD0CE}" destId="{C3D89420-4830-4A31-9EEC-A9A2BCC6644F}" srcOrd="0" destOrd="5" presId="urn:microsoft.com/office/officeart/2005/8/layout/default"/>
    <dgm:cxn modelId="{9C68367E-6ED1-4833-81FF-364AABC2F764}" type="presOf" srcId="{0DED96A0-9848-4AEF-8D1A-1B20CDADDA44}" destId="{C3D89420-4830-4A31-9EEC-A9A2BCC6644F}" srcOrd="0" destOrd="4" presId="urn:microsoft.com/office/officeart/2005/8/layout/default"/>
    <dgm:cxn modelId="{384C1280-3EAE-430E-A39B-AFEA2AEC70BD}" srcId="{36928EE6-B942-42DD-9F62-65D63EB85411}" destId="{438B147E-DB98-48FC-B59C-E630F1A606FB}" srcOrd="1" destOrd="0" parTransId="{F451425B-6613-4787-8EDF-3E58EA1999DB}" sibTransId="{D0D53084-EB6A-4427-9377-EAD2A451B067}"/>
    <dgm:cxn modelId="{228B3A93-C9CA-4FDD-ACBF-0228B9EA9EB9}" srcId="{0ED33B4D-5B56-45FD-B5B0-AD2C17C1501E}" destId="{B2158696-3FDA-4E9F-8D29-803628BCC0FD}" srcOrd="0" destOrd="0" parTransId="{00CB33A2-34E9-45E8-81D0-C5A28FB46367}" sibTransId="{01EFCF7D-17DB-4E19-9305-2555B1B0165B}"/>
    <dgm:cxn modelId="{5F48FD9A-F4F1-4D7A-84AF-8407F90263BA}" type="presOf" srcId="{B2158696-3FDA-4E9F-8D29-803628BCC0FD}" destId="{0DFD2E65-7140-4677-A6E1-063261A2BDBD}" srcOrd="0" destOrd="1" presId="urn:microsoft.com/office/officeart/2005/8/layout/default"/>
    <dgm:cxn modelId="{A0E23DAE-F126-4699-A4E0-2774EBEEAC9F}" type="presOf" srcId="{C4FAA206-0BBD-4118-86AD-B40E270C0503}" destId="{0DFD2E65-7140-4677-A6E1-063261A2BDBD}" srcOrd="0" destOrd="4" presId="urn:microsoft.com/office/officeart/2005/8/layout/default"/>
    <dgm:cxn modelId="{49EFA5B9-4502-4943-BA8C-B17F9B83A0C5}" srcId="{36928EE6-B942-42DD-9F62-65D63EB85411}" destId="{8FB72F48-B546-49E0-B224-B810C42BD0CE}" srcOrd="4" destOrd="0" parTransId="{BBEA6F0C-458F-4B0F-889F-5275D330CAF9}" sibTransId="{BACB6AD5-574F-40ED-B238-F392C0E76C1C}"/>
    <dgm:cxn modelId="{DF0B09C5-4E23-43D8-A449-841CD07AE196}" srcId="{36928EE6-B942-42DD-9F62-65D63EB85411}" destId="{62F1A424-94C3-4B95-9267-D3B86FF924B9}" srcOrd="0" destOrd="0" parTransId="{31633B36-E4D3-43CD-BE76-5089F940EF14}" sibTransId="{44979186-42F6-4303-9FE0-EF3DE4FAEE40}"/>
    <dgm:cxn modelId="{0E8BEBCD-44C8-4599-AC9A-FD5B803FE52A}" srcId="{0ED33B4D-5B56-45FD-B5B0-AD2C17C1501E}" destId="{FADA90A5-F236-4981-A653-36909D4954E7}" srcOrd="2" destOrd="0" parTransId="{842D5A16-3F21-4565-B65B-8056DF6CC4D5}" sibTransId="{D3770F1A-C3B5-4B49-9282-5F3A18C1F849}"/>
    <dgm:cxn modelId="{A1EB6FDC-35F3-4F24-847C-208490B9B9BA}" srcId="{36928EE6-B942-42DD-9F62-65D63EB85411}" destId="{657EBC87-31F2-4B9D-8D94-A92C6CF3FAEA}" srcOrd="2" destOrd="0" parTransId="{3BA6096E-AA69-44AF-A5F6-C0C84B312A38}" sibTransId="{10709D6C-8EDD-4C7D-9225-FE051E40D562}"/>
    <dgm:cxn modelId="{FC5A55DE-0D5A-4FBE-96EC-01DD2668884F}" type="presOf" srcId="{36928EE6-B942-42DD-9F62-65D63EB85411}" destId="{C3D89420-4830-4A31-9EEC-A9A2BCC6644F}" srcOrd="0" destOrd="0" presId="urn:microsoft.com/office/officeart/2005/8/layout/default"/>
    <dgm:cxn modelId="{50CB3BF7-713E-46B9-BC9B-669CB6108E5C}" type="presOf" srcId="{657EBC87-31F2-4B9D-8D94-A92C6CF3FAEA}" destId="{C3D89420-4830-4A31-9EEC-A9A2BCC6644F}" srcOrd="0" destOrd="3" presId="urn:microsoft.com/office/officeart/2005/8/layout/default"/>
    <dgm:cxn modelId="{41D359F7-FEA1-4CFB-93B3-4BAEC1315E7E}" srcId="{E4D08C28-8849-4A92-BC0A-F0A3A13BC3D2}" destId="{0ED33B4D-5B56-45FD-B5B0-AD2C17C1501E}" srcOrd="0" destOrd="0" parTransId="{FF52DBA9-1BA4-439F-920A-FBA6F85DF149}" sibTransId="{79380900-13E4-4B9C-AB60-EC1F010C78A7}"/>
    <dgm:cxn modelId="{2C60E1A5-11B6-4845-AFF0-AE6A8EC66ECB}" type="presParOf" srcId="{91718643-D323-4D79-8ADA-32C7E7D912B0}" destId="{0DFD2E65-7140-4677-A6E1-063261A2BDBD}" srcOrd="0" destOrd="0" presId="urn:microsoft.com/office/officeart/2005/8/layout/default"/>
    <dgm:cxn modelId="{6190411F-A2B8-41B4-9750-E79B736FA5C6}" type="presParOf" srcId="{91718643-D323-4D79-8ADA-32C7E7D912B0}" destId="{58602185-CD80-4FD2-8217-F12E27A091D4}" srcOrd="1" destOrd="0" presId="urn:microsoft.com/office/officeart/2005/8/layout/default"/>
    <dgm:cxn modelId="{0D16E77F-9C2B-4055-87D5-7117C968A4BD}" type="presParOf" srcId="{91718643-D323-4D79-8ADA-32C7E7D912B0}" destId="{C3D89420-4830-4A31-9EEC-A9A2BCC6644F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D08C28-8849-4A92-BC0A-F0A3A13BC3D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D33B4D-5B56-45FD-B5B0-AD2C17C1501E}">
      <dgm:prSet/>
      <dgm:spPr/>
      <dgm:t>
        <a:bodyPr/>
        <a:lstStyle/>
        <a:p>
          <a:r>
            <a:rPr lang="en-GB"/>
            <a:t>Internal analysis</a:t>
          </a:r>
          <a:endParaRPr lang="en-US"/>
        </a:p>
      </dgm:t>
    </dgm:pt>
    <dgm:pt modelId="{FF52DBA9-1BA4-439F-920A-FBA6F85DF149}" type="parTrans" cxnId="{41D359F7-FEA1-4CFB-93B3-4BAEC1315E7E}">
      <dgm:prSet/>
      <dgm:spPr/>
      <dgm:t>
        <a:bodyPr/>
        <a:lstStyle/>
        <a:p>
          <a:endParaRPr lang="en-US"/>
        </a:p>
      </dgm:t>
    </dgm:pt>
    <dgm:pt modelId="{79380900-13E4-4B9C-AB60-EC1F010C78A7}" type="sibTrans" cxnId="{41D359F7-FEA1-4CFB-93B3-4BAEC1315E7E}">
      <dgm:prSet/>
      <dgm:spPr/>
      <dgm:t>
        <a:bodyPr/>
        <a:lstStyle/>
        <a:p>
          <a:endParaRPr lang="en-US"/>
        </a:p>
      </dgm:t>
    </dgm:pt>
    <dgm:pt modelId="{B2158696-3FDA-4E9F-8D29-803628BCC0FD}">
      <dgm:prSet/>
      <dgm:spPr/>
      <dgm:t>
        <a:bodyPr/>
        <a:lstStyle/>
        <a:p>
          <a:r>
            <a:rPr lang="en-GB"/>
            <a:t>SWOT</a:t>
          </a:r>
          <a:endParaRPr lang="en-US"/>
        </a:p>
      </dgm:t>
    </dgm:pt>
    <dgm:pt modelId="{00CB33A2-34E9-45E8-81D0-C5A28FB46367}" type="parTrans" cxnId="{228B3A93-C9CA-4FDD-ACBF-0228B9EA9EB9}">
      <dgm:prSet/>
      <dgm:spPr/>
      <dgm:t>
        <a:bodyPr/>
        <a:lstStyle/>
        <a:p>
          <a:endParaRPr lang="en-US"/>
        </a:p>
      </dgm:t>
    </dgm:pt>
    <dgm:pt modelId="{01EFCF7D-17DB-4E19-9305-2555B1B0165B}" type="sibTrans" cxnId="{228B3A93-C9CA-4FDD-ACBF-0228B9EA9EB9}">
      <dgm:prSet/>
      <dgm:spPr/>
      <dgm:t>
        <a:bodyPr/>
        <a:lstStyle/>
        <a:p>
          <a:endParaRPr lang="en-US"/>
        </a:p>
      </dgm:t>
    </dgm:pt>
    <dgm:pt modelId="{929DFF3A-23B4-400A-B064-6964613CC91F}">
      <dgm:prSet/>
      <dgm:spPr/>
      <dgm:t>
        <a:bodyPr/>
        <a:lstStyle/>
        <a:p>
          <a:r>
            <a:rPr lang="en-GB"/>
            <a:t>Value chain analysis</a:t>
          </a:r>
          <a:endParaRPr lang="en-US"/>
        </a:p>
      </dgm:t>
    </dgm:pt>
    <dgm:pt modelId="{B81B72DA-3FBE-4571-AD46-D49C521A5687}" type="parTrans" cxnId="{5DE4A338-56AA-4E9A-83D2-C9240845BED4}">
      <dgm:prSet/>
      <dgm:spPr/>
      <dgm:t>
        <a:bodyPr/>
        <a:lstStyle/>
        <a:p>
          <a:endParaRPr lang="en-US"/>
        </a:p>
      </dgm:t>
    </dgm:pt>
    <dgm:pt modelId="{507808B9-09F3-4E5B-84AC-1128DD208686}" type="sibTrans" cxnId="{5DE4A338-56AA-4E9A-83D2-C9240845BED4}">
      <dgm:prSet/>
      <dgm:spPr/>
      <dgm:t>
        <a:bodyPr/>
        <a:lstStyle/>
        <a:p>
          <a:endParaRPr lang="en-US"/>
        </a:p>
      </dgm:t>
    </dgm:pt>
    <dgm:pt modelId="{FADA90A5-F236-4981-A653-36909D4954E7}">
      <dgm:prSet/>
      <dgm:spPr/>
      <dgm:t>
        <a:bodyPr/>
        <a:lstStyle/>
        <a:p>
          <a:r>
            <a:rPr lang="en-GB"/>
            <a:t>The resource-based view (VRIO framework)</a:t>
          </a:r>
          <a:endParaRPr lang="en-US"/>
        </a:p>
      </dgm:t>
    </dgm:pt>
    <dgm:pt modelId="{842D5A16-3F21-4565-B65B-8056DF6CC4D5}" type="parTrans" cxnId="{0E8BEBCD-44C8-4599-AC9A-FD5B803FE52A}">
      <dgm:prSet/>
      <dgm:spPr/>
      <dgm:t>
        <a:bodyPr/>
        <a:lstStyle/>
        <a:p>
          <a:endParaRPr lang="en-US"/>
        </a:p>
      </dgm:t>
    </dgm:pt>
    <dgm:pt modelId="{D3770F1A-C3B5-4B49-9282-5F3A18C1F849}" type="sibTrans" cxnId="{0E8BEBCD-44C8-4599-AC9A-FD5B803FE52A}">
      <dgm:prSet/>
      <dgm:spPr/>
      <dgm:t>
        <a:bodyPr/>
        <a:lstStyle/>
        <a:p>
          <a:endParaRPr lang="en-US"/>
        </a:p>
      </dgm:t>
    </dgm:pt>
    <dgm:pt modelId="{C4FAA206-0BBD-4118-86AD-B40E270C0503}">
      <dgm:prSet/>
      <dgm:spPr/>
      <dgm:t>
        <a:bodyPr/>
        <a:lstStyle/>
        <a:p>
          <a:r>
            <a:rPr lang="en-GB"/>
            <a:t>Standards for comparison</a:t>
          </a:r>
          <a:endParaRPr lang="en-US"/>
        </a:p>
      </dgm:t>
    </dgm:pt>
    <dgm:pt modelId="{E226E12C-332D-47E8-8024-DC6B2C312150}" type="parTrans" cxnId="{A5F26D32-B596-4A4B-8264-D923C24B9302}">
      <dgm:prSet/>
      <dgm:spPr/>
      <dgm:t>
        <a:bodyPr/>
        <a:lstStyle/>
        <a:p>
          <a:endParaRPr lang="en-US"/>
        </a:p>
      </dgm:t>
    </dgm:pt>
    <dgm:pt modelId="{8943D099-152F-4A73-9545-BC5195C48A23}" type="sibTrans" cxnId="{A5F26D32-B596-4A4B-8264-D923C24B9302}">
      <dgm:prSet/>
      <dgm:spPr/>
      <dgm:t>
        <a:bodyPr/>
        <a:lstStyle/>
        <a:p>
          <a:endParaRPr lang="en-US"/>
        </a:p>
      </dgm:t>
    </dgm:pt>
    <dgm:pt modelId="{36928EE6-B942-42DD-9F62-65D63EB85411}">
      <dgm:prSet/>
      <dgm:spPr/>
      <dgm:t>
        <a:bodyPr/>
        <a:lstStyle/>
        <a:p>
          <a:r>
            <a:rPr lang="en-GB"/>
            <a:t>External analysis</a:t>
          </a:r>
          <a:endParaRPr lang="en-US"/>
        </a:p>
      </dgm:t>
    </dgm:pt>
    <dgm:pt modelId="{DFC3E0F1-A338-4C71-83C7-B1206E7807B4}" type="parTrans" cxnId="{AE62993D-93E3-4EDD-846A-D68C73C3B5A4}">
      <dgm:prSet/>
      <dgm:spPr/>
      <dgm:t>
        <a:bodyPr/>
        <a:lstStyle/>
        <a:p>
          <a:endParaRPr lang="en-US"/>
        </a:p>
      </dgm:t>
    </dgm:pt>
    <dgm:pt modelId="{5536D520-DB9E-4F48-9E2A-840A0FDDFDFF}" type="sibTrans" cxnId="{AE62993D-93E3-4EDD-846A-D68C73C3B5A4}">
      <dgm:prSet/>
      <dgm:spPr/>
      <dgm:t>
        <a:bodyPr/>
        <a:lstStyle/>
        <a:p>
          <a:endParaRPr lang="en-US"/>
        </a:p>
      </dgm:t>
    </dgm:pt>
    <dgm:pt modelId="{62F1A424-94C3-4B95-9267-D3B86FF924B9}">
      <dgm:prSet/>
      <dgm:spPr/>
      <dgm:t>
        <a:bodyPr/>
        <a:lstStyle/>
        <a:p>
          <a:r>
            <a:rPr lang="en-GB"/>
            <a:t>PESTLE framework</a:t>
          </a:r>
          <a:endParaRPr lang="en-US"/>
        </a:p>
      </dgm:t>
    </dgm:pt>
    <dgm:pt modelId="{31633B36-E4D3-43CD-BE76-5089F940EF14}" type="parTrans" cxnId="{DF0B09C5-4E23-43D8-A449-841CD07AE196}">
      <dgm:prSet/>
      <dgm:spPr/>
      <dgm:t>
        <a:bodyPr/>
        <a:lstStyle/>
        <a:p>
          <a:endParaRPr lang="en-US"/>
        </a:p>
      </dgm:t>
    </dgm:pt>
    <dgm:pt modelId="{44979186-42F6-4303-9FE0-EF3DE4FAEE40}" type="sibTrans" cxnId="{DF0B09C5-4E23-43D8-A449-841CD07AE196}">
      <dgm:prSet/>
      <dgm:spPr/>
      <dgm:t>
        <a:bodyPr/>
        <a:lstStyle/>
        <a:p>
          <a:endParaRPr lang="en-US"/>
        </a:p>
      </dgm:t>
    </dgm:pt>
    <dgm:pt modelId="{438B147E-DB98-48FC-B59C-E630F1A606FB}">
      <dgm:prSet/>
      <dgm:spPr/>
      <dgm:t>
        <a:bodyPr/>
        <a:lstStyle/>
        <a:p>
          <a:r>
            <a:rPr lang="en-GB"/>
            <a:t>LoNGPESTLE</a:t>
          </a:r>
          <a:endParaRPr lang="en-US"/>
        </a:p>
      </dgm:t>
    </dgm:pt>
    <dgm:pt modelId="{F451425B-6613-4787-8EDF-3E58EA1999DB}" type="parTrans" cxnId="{384C1280-3EAE-430E-A39B-AFEA2AEC70BD}">
      <dgm:prSet/>
      <dgm:spPr/>
      <dgm:t>
        <a:bodyPr/>
        <a:lstStyle/>
        <a:p>
          <a:endParaRPr lang="en-US"/>
        </a:p>
      </dgm:t>
    </dgm:pt>
    <dgm:pt modelId="{D0D53084-EB6A-4427-9377-EAD2A451B067}" type="sibTrans" cxnId="{384C1280-3EAE-430E-A39B-AFEA2AEC70BD}">
      <dgm:prSet/>
      <dgm:spPr/>
      <dgm:t>
        <a:bodyPr/>
        <a:lstStyle/>
        <a:p>
          <a:endParaRPr lang="en-US"/>
        </a:p>
      </dgm:t>
    </dgm:pt>
    <dgm:pt modelId="{657EBC87-31F2-4B9D-8D94-A92C6CF3FAEA}">
      <dgm:prSet/>
      <dgm:spPr/>
      <dgm:t>
        <a:bodyPr/>
        <a:lstStyle/>
        <a:p>
          <a:r>
            <a:rPr lang="en-GB" dirty="0"/>
            <a:t>Porter’s five forces</a:t>
          </a:r>
          <a:endParaRPr lang="en-US" dirty="0"/>
        </a:p>
      </dgm:t>
    </dgm:pt>
    <dgm:pt modelId="{3BA6096E-AA69-44AF-A5F6-C0C84B312A38}" type="parTrans" cxnId="{A1EB6FDC-35F3-4F24-847C-208490B9B9BA}">
      <dgm:prSet/>
      <dgm:spPr/>
      <dgm:t>
        <a:bodyPr/>
        <a:lstStyle/>
        <a:p>
          <a:endParaRPr lang="en-US"/>
        </a:p>
      </dgm:t>
    </dgm:pt>
    <dgm:pt modelId="{10709D6C-8EDD-4C7D-9225-FE051E40D562}" type="sibTrans" cxnId="{A1EB6FDC-35F3-4F24-847C-208490B9B9BA}">
      <dgm:prSet/>
      <dgm:spPr/>
      <dgm:t>
        <a:bodyPr/>
        <a:lstStyle/>
        <a:p>
          <a:endParaRPr lang="en-US"/>
        </a:p>
      </dgm:t>
    </dgm:pt>
    <dgm:pt modelId="{8FB72F48-B546-49E0-B224-B810C42BD0CE}">
      <dgm:prSet/>
      <dgm:spPr/>
      <dgm:t>
        <a:bodyPr/>
        <a:lstStyle/>
        <a:p>
          <a:r>
            <a:rPr lang="en-US" dirty="0"/>
            <a:t>Porter’s diamond model</a:t>
          </a:r>
        </a:p>
      </dgm:t>
    </dgm:pt>
    <dgm:pt modelId="{BBEA6F0C-458F-4B0F-889F-5275D330CAF9}" type="parTrans" cxnId="{49EFA5B9-4502-4943-BA8C-B17F9B83A0C5}">
      <dgm:prSet/>
      <dgm:spPr/>
      <dgm:t>
        <a:bodyPr/>
        <a:lstStyle/>
        <a:p>
          <a:endParaRPr lang="en-GB"/>
        </a:p>
      </dgm:t>
    </dgm:pt>
    <dgm:pt modelId="{BACB6AD5-574F-40ED-B238-F392C0E76C1C}" type="sibTrans" cxnId="{49EFA5B9-4502-4943-BA8C-B17F9B83A0C5}">
      <dgm:prSet/>
      <dgm:spPr/>
      <dgm:t>
        <a:bodyPr/>
        <a:lstStyle/>
        <a:p>
          <a:endParaRPr lang="en-GB"/>
        </a:p>
      </dgm:t>
    </dgm:pt>
    <dgm:pt modelId="{0DED96A0-9848-4AEF-8D1A-1B20CDADDA44}">
      <dgm:prSet/>
      <dgm:spPr/>
      <dgm:t>
        <a:bodyPr/>
        <a:lstStyle/>
        <a:p>
          <a:r>
            <a:rPr lang="en-US" dirty="0"/>
            <a:t>Industry life cycle analysis</a:t>
          </a:r>
        </a:p>
      </dgm:t>
    </dgm:pt>
    <dgm:pt modelId="{D712029C-1609-40C9-8983-A9C7615B4FB8}" type="parTrans" cxnId="{3F972114-F2E8-4BB9-955E-0A27EA66A7BA}">
      <dgm:prSet/>
      <dgm:spPr/>
      <dgm:t>
        <a:bodyPr/>
        <a:lstStyle/>
        <a:p>
          <a:endParaRPr lang="en-GB"/>
        </a:p>
      </dgm:t>
    </dgm:pt>
    <dgm:pt modelId="{6D6F0CBF-7FDB-4BE7-9CEE-1497D9B328B3}" type="sibTrans" cxnId="{3F972114-F2E8-4BB9-955E-0A27EA66A7BA}">
      <dgm:prSet/>
      <dgm:spPr/>
      <dgm:t>
        <a:bodyPr/>
        <a:lstStyle/>
        <a:p>
          <a:endParaRPr lang="en-GB"/>
        </a:p>
      </dgm:t>
    </dgm:pt>
    <dgm:pt modelId="{91718643-D323-4D79-8ADA-32C7E7D912B0}" type="pres">
      <dgm:prSet presAssocID="{E4D08C28-8849-4A92-BC0A-F0A3A13BC3D2}" presName="diagram" presStyleCnt="0">
        <dgm:presLayoutVars>
          <dgm:dir/>
          <dgm:resizeHandles val="exact"/>
        </dgm:presLayoutVars>
      </dgm:prSet>
      <dgm:spPr/>
    </dgm:pt>
    <dgm:pt modelId="{0DFD2E65-7140-4677-A6E1-063261A2BDBD}" type="pres">
      <dgm:prSet presAssocID="{0ED33B4D-5B56-45FD-B5B0-AD2C17C1501E}" presName="node" presStyleLbl="node1" presStyleIdx="0" presStyleCnt="2">
        <dgm:presLayoutVars>
          <dgm:bulletEnabled val="1"/>
        </dgm:presLayoutVars>
      </dgm:prSet>
      <dgm:spPr/>
    </dgm:pt>
    <dgm:pt modelId="{58602185-CD80-4FD2-8217-F12E27A091D4}" type="pres">
      <dgm:prSet presAssocID="{79380900-13E4-4B9C-AB60-EC1F010C78A7}" presName="sibTrans" presStyleCnt="0"/>
      <dgm:spPr/>
    </dgm:pt>
    <dgm:pt modelId="{C3D89420-4830-4A31-9EEC-A9A2BCC6644F}" type="pres">
      <dgm:prSet presAssocID="{36928EE6-B942-42DD-9F62-65D63EB85411}" presName="node" presStyleLbl="node1" presStyleIdx="1" presStyleCnt="2">
        <dgm:presLayoutVars>
          <dgm:bulletEnabled val="1"/>
        </dgm:presLayoutVars>
      </dgm:prSet>
      <dgm:spPr/>
    </dgm:pt>
  </dgm:ptLst>
  <dgm:cxnLst>
    <dgm:cxn modelId="{532D730F-7486-4E22-A760-B838E8E93D83}" type="presOf" srcId="{62F1A424-94C3-4B95-9267-D3B86FF924B9}" destId="{C3D89420-4830-4A31-9EEC-A9A2BCC6644F}" srcOrd="0" destOrd="1" presId="urn:microsoft.com/office/officeart/2005/8/layout/default"/>
    <dgm:cxn modelId="{3F972114-F2E8-4BB9-955E-0A27EA66A7BA}" srcId="{36928EE6-B942-42DD-9F62-65D63EB85411}" destId="{0DED96A0-9848-4AEF-8D1A-1B20CDADDA44}" srcOrd="3" destOrd="0" parTransId="{D712029C-1609-40C9-8983-A9C7615B4FB8}" sibTransId="{6D6F0CBF-7FDB-4BE7-9CEE-1497D9B328B3}"/>
    <dgm:cxn modelId="{4B0F892A-ED5C-4AB1-961B-9EB56ABE25AA}" type="presOf" srcId="{E4D08C28-8849-4A92-BC0A-F0A3A13BC3D2}" destId="{91718643-D323-4D79-8ADA-32C7E7D912B0}" srcOrd="0" destOrd="0" presId="urn:microsoft.com/office/officeart/2005/8/layout/default"/>
    <dgm:cxn modelId="{A5F26D32-B596-4A4B-8264-D923C24B9302}" srcId="{0ED33B4D-5B56-45FD-B5B0-AD2C17C1501E}" destId="{C4FAA206-0BBD-4118-86AD-B40E270C0503}" srcOrd="3" destOrd="0" parTransId="{E226E12C-332D-47E8-8024-DC6B2C312150}" sibTransId="{8943D099-152F-4A73-9545-BC5195C48A23}"/>
    <dgm:cxn modelId="{5DE4A338-56AA-4E9A-83D2-C9240845BED4}" srcId="{0ED33B4D-5B56-45FD-B5B0-AD2C17C1501E}" destId="{929DFF3A-23B4-400A-B064-6964613CC91F}" srcOrd="1" destOrd="0" parTransId="{B81B72DA-3FBE-4571-AD46-D49C521A5687}" sibTransId="{507808B9-09F3-4E5B-84AC-1128DD208686}"/>
    <dgm:cxn modelId="{AE62993D-93E3-4EDD-846A-D68C73C3B5A4}" srcId="{E4D08C28-8849-4A92-BC0A-F0A3A13BC3D2}" destId="{36928EE6-B942-42DD-9F62-65D63EB85411}" srcOrd="1" destOrd="0" parTransId="{DFC3E0F1-A338-4C71-83C7-B1206E7807B4}" sibTransId="{5536D520-DB9E-4F48-9E2A-840A0FDDFDFF}"/>
    <dgm:cxn modelId="{CEFC1F3F-3166-4EF5-AD31-A77CE90C3EF4}" type="presOf" srcId="{438B147E-DB98-48FC-B59C-E630F1A606FB}" destId="{C3D89420-4830-4A31-9EEC-A9A2BCC6644F}" srcOrd="0" destOrd="2" presId="urn:microsoft.com/office/officeart/2005/8/layout/default"/>
    <dgm:cxn modelId="{60514F3F-A606-476E-A65A-A2D88DABDDE1}" type="presOf" srcId="{0ED33B4D-5B56-45FD-B5B0-AD2C17C1501E}" destId="{0DFD2E65-7140-4677-A6E1-063261A2BDBD}" srcOrd="0" destOrd="0" presId="urn:microsoft.com/office/officeart/2005/8/layout/default"/>
    <dgm:cxn modelId="{66680748-E982-4766-87B8-B2CB9B12A93D}" type="presOf" srcId="{929DFF3A-23B4-400A-B064-6964613CC91F}" destId="{0DFD2E65-7140-4677-A6E1-063261A2BDBD}" srcOrd="0" destOrd="2" presId="urn:microsoft.com/office/officeart/2005/8/layout/default"/>
    <dgm:cxn modelId="{7C1C3D5A-F4F0-47C3-B789-DD5D9CA04C72}" type="presOf" srcId="{FADA90A5-F236-4981-A653-36909D4954E7}" destId="{0DFD2E65-7140-4677-A6E1-063261A2BDBD}" srcOrd="0" destOrd="3" presId="urn:microsoft.com/office/officeart/2005/8/layout/default"/>
    <dgm:cxn modelId="{CD069262-EFC5-4FA4-8BF7-F5A83D871386}" type="presOf" srcId="{8FB72F48-B546-49E0-B224-B810C42BD0CE}" destId="{C3D89420-4830-4A31-9EEC-A9A2BCC6644F}" srcOrd="0" destOrd="5" presId="urn:microsoft.com/office/officeart/2005/8/layout/default"/>
    <dgm:cxn modelId="{9C68367E-6ED1-4833-81FF-364AABC2F764}" type="presOf" srcId="{0DED96A0-9848-4AEF-8D1A-1B20CDADDA44}" destId="{C3D89420-4830-4A31-9EEC-A9A2BCC6644F}" srcOrd="0" destOrd="4" presId="urn:microsoft.com/office/officeart/2005/8/layout/default"/>
    <dgm:cxn modelId="{384C1280-3EAE-430E-A39B-AFEA2AEC70BD}" srcId="{36928EE6-B942-42DD-9F62-65D63EB85411}" destId="{438B147E-DB98-48FC-B59C-E630F1A606FB}" srcOrd="1" destOrd="0" parTransId="{F451425B-6613-4787-8EDF-3E58EA1999DB}" sibTransId="{D0D53084-EB6A-4427-9377-EAD2A451B067}"/>
    <dgm:cxn modelId="{228B3A93-C9CA-4FDD-ACBF-0228B9EA9EB9}" srcId="{0ED33B4D-5B56-45FD-B5B0-AD2C17C1501E}" destId="{B2158696-3FDA-4E9F-8D29-803628BCC0FD}" srcOrd="0" destOrd="0" parTransId="{00CB33A2-34E9-45E8-81D0-C5A28FB46367}" sibTransId="{01EFCF7D-17DB-4E19-9305-2555B1B0165B}"/>
    <dgm:cxn modelId="{5F48FD9A-F4F1-4D7A-84AF-8407F90263BA}" type="presOf" srcId="{B2158696-3FDA-4E9F-8D29-803628BCC0FD}" destId="{0DFD2E65-7140-4677-A6E1-063261A2BDBD}" srcOrd="0" destOrd="1" presId="urn:microsoft.com/office/officeart/2005/8/layout/default"/>
    <dgm:cxn modelId="{A0E23DAE-F126-4699-A4E0-2774EBEEAC9F}" type="presOf" srcId="{C4FAA206-0BBD-4118-86AD-B40E270C0503}" destId="{0DFD2E65-7140-4677-A6E1-063261A2BDBD}" srcOrd="0" destOrd="4" presId="urn:microsoft.com/office/officeart/2005/8/layout/default"/>
    <dgm:cxn modelId="{49EFA5B9-4502-4943-BA8C-B17F9B83A0C5}" srcId="{36928EE6-B942-42DD-9F62-65D63EB85411}" destId="{8FB72F48-B546-49E0-B224-B810C42BD0CE}" srcOrd="4" destOrd="0" parTransId="{BBEA6F0C-458F-4B0F-889F-5275D330CAF9}" sibTransId="{BACB6AD5-574F-40ED-B238-F392C0E76C1C}"/>
    <dgm:cxn modelId="{DF0B09C5-4E23-43D8-A449-841CD07AE196}" srcId="{36928EE6-B942-42DD-9F62-65D63EB85411}" destId="{62F1A424-94C3-4B95-9267-D3B86FF924B9}" srcOrd="0" destOrd="0" parTransId="{31633B36-E4D3-43CD-BE76-5089F940EF14}" sibTransId="{44979186-42F6-4303-9FE0-EF3DE4FAEE40}"/>
    <dgm:cxn modelId="{0E8BEBCD-44C8-4599-AC9A-FD5B803FE52A}" srcId="{0ED33B4D-5B56-45FD-B5B0-AD2C17C1501E}" destId="{FADA90A5-F236-4981-A653-36909D4954E7}" srcOrd="2" destOrd="0" parTransId="{842D5A16-3F21-4565-B65B-8056DF6CC4D5}" sibTransId="{D3770F1A-C3B5-4B49-9282-5F3A18C1F849}"/>
    <dgm:cxn modelId="{A1EB6FDC-35F3-4F24-847C-208490B9B9BA}" srcId="{36928EE6-B942-42DD-9F62-65D63EB85411}" destId="{657EBC87-31F2-4B9D-8D94-A92C6CF3FAEA}" srcOrd="2" destOrd="0" parTransId="{3BA6096E-AA69-44AF-A5F6-C0C84B312A38}" sibTransId="{10709D6C-8EDD-4C7D-9225-FE051E40D562}"/>
    <dgm:cxn modelId="{FC5A55DE-0D5A-4FBE-96EC-01DD2668884F}" type="presOf" srcId="{36928EE6-B942-42DD-9F62-65D63EB85411}" destId="{C3D89420-4830-4A31-9EEC-A9A2BCC6644F}" srcOrd="0" destOrd="0" presId="urn:microsoft.com/office/officeart/2005/8/layout/default"/>
    <dgm:cxn modelId="{50CB3BF7-713E-46B9-BC9B-669CB6108E5C}" type="presOf" srcId="{657EBC87-31F2-4B9D-8D94-A92C6CF3FAEA}" destId="{C3D89420-4830-4A31-9EEC-A9A2BCC6644F}" srcOrd="0" destOrd="3" presId="urn:microsoft.com/office/officeart/2005/8/layout/default"/>
    <dgm:cxn modelId="{41D359F7-FEA1-4CFB-93B3-4BAEC1315E7E}" srcId="{E4D08C28-8849-4A92-BC0A-F0A3A13BC3D2}" destId="{0ED33B4D-5B56-45FD-B5B0-AD2C17C1501E}" srcOrd="0" destOrd="0" parTransId="{FF52DBA9-1BA4-439F-920A-FBA6F85DF149}" sibTransId="{79380900-13E4-4B9C-AB60-EC1F010C78A7}"/>
    <dgm:cxn modelId="{2C60E1A5-11B6-4845-AFF0-AE6A8EC66ECB}" type="presParOf" srcId="{91718643-D323-4D79-8ADA-32C7E7D912B0}" destId="{0DFD2E65-7140-4677-A6E1-063261A2BDBD}" srcOrd="0" destOrd="0" presId="urn:microsoft.com/office/officeart/2005/8/layout/default"/>
    <dgm:cxn modelId="{6190411F-A2B8-41B4-9750-E79B736FA5C6}" type="presParOf" srcId="{91718643-D323-4D79-8ADA-32C7E7D912B0}" destId="{58602185-CD80-4FD2-8217-F12E27A091D4}" srcOrd="1" destOrd="0" presId="urn:microsoft.com/office/officeart/2005/8/layout/default"/>
    <dgm:cxn modelId="{0D16E77F-9C2B-4055-87D5-7117C968A4BD}" type="presParOf" srcId="{91718643-D323-4D79-8ADA-32C7E7D912B0}" destId="{C3D89420-4830-4A31-9EEC-A9A2BCC6644F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07A9F8-34DE-42F1-8879-BA816346C4D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2841E1A-D1CA-4270-95B5-7376BE9BB7C8}">
      <dgm:prSet/>
      <dgm:spPr/>
      <dgm:t>
        <a:bodyPr/>
        <a:lstStyle/>
        <a:p>
          <a:pPr algn="just"/>
          <a:r>
            <a:rPr lang="en-GB"/>
            <a:t>Any person or organisation who can be positively or negatively impacted by, or cause an impact on the actions of a company (Freeman, 1984)</a:t>
          </a:r>
          <a:endParaRPr lang="en-US" dirty="0"/>
        </a:p>
      </dgm:t>
    </dgm:pt>
    <dgm:pt modelId="{F1990F9D-0E1B-43FD-B6C3-C32164E52F85}" type="parTrans" cxnId="{4F4FB586-F09C-46AC-A25B-34A9F120D247}">
      <dgm:prSet/>
      <dgm:spPr/>
      <dgm:t>
        <a:bodyPr/>
        <a:lstStyle/>
        <a:p>
          <a:endParaRPr lang="en-US"/>
        </a:p>
      </dgm:t>
    </dgm:pt>
    <dgm:pt modelId="{CA5B5C3C-22E8-4851-87DA-A7ECB3425F7E}" type="sibTrans" cxnId="{4F4FB586-F09C-46AC-A25B-34A9F120D247}">
      <dgm:prSet/>
      <dgm:spPr/>
      <dgm:t>
        <a:bodyPr/>
        <a:lstStyle/>
        <a:p>
          <a:endParaRPr lang="en-US"/>
        </a:p>
      </dgm:t>
    </dgm:pt>
    <dgm:pt modelId="{AAB65386-929F-4C3C-BB22-16B01D719CB5}">
      <dgm:prSet/>
      <dgm:spPr/>
      <dgm:t>
        <a:bodyPr/>
        <a:lstStyle/>
        <a:p>
          <a:pPr algn="just"/>
          <a:r>
            <a:rPr lang="en-GB" dirty="0"/>
            <a:t>Individuals and/or groups who are affected by or affect the performance of the organisation in which they have an interest (Worthington and Britton, 2006)</a:t>
          </a:r>
          <a:endParaRPr lang="en-US" dirty="0"/>
        </a:p>
      </dgm:t>
    </dgm:pt>
    <dgm:pt modelId="{2647382B-17FB-4194-B476-5CFE150250A0}" type="parTrans" cxnId="{23341C2F-E240-46D2-B003-52CC0B18988A}">
      <dgm:prSet/>
      <dgm:spPr/>
      <dgm:t>
        <a:bodyPr/>
        <a:lstStyle/>
        <a:p>
          <a:endParaRPr lang="en-US"/>
        </a:p>
      </dgm:t>
    </dgm:pt>
    <dgm:pt modelId="{957901E5-E82D-4791-9EC5-5876CBA25224}" type="sibTrans" cxnId="{23341C2F-E240-46D2-B003-52CC0B18988A}">
      <dgm:prSet/>
      <dgm:spPr/>
      <dgm:t>
        <a:bodyPr/>
        <a:lstStyle/>
        <a:p>
          <a:endParaRPr lang="en-US"/>
        </a:p>
      </dgm:t>
    </dgm:pt>
    <dgm:pt modelId="{401740EC-0679-4A37-825A-D01D8B21C887}">
      <dgm:prSet/>
      <dgm:spPr/>
      <dgm:t>
        <a:bodyPr/>
        <a:lstStyle/>
        <a:p>
          <a:pPr algn="just"/>
          <a:r>
            <a:rPr lang="en-GB" dirty="0"/>
            <a:t>Individuals and constituencies that contribute, either voluntarily or involuntarily, to its wealth-catering capacity and activities, and are therefore its potential beneficiaries and/or risk bearers (Post, Preston &amp; Sachs, 2002)</a:t>
          </a:r>
          <a:endParaRPr lang="en-US" dirty="0"/>
        </a:p>
      </dgm:t>
    </dgm:pt>
    <dgm:pt modelId="{8E77907D-30F4-43A8-BBA7-F7FD17566326}" type="parTrans" cxnId="{A4E0E42F-35CB-4C1F-B93F-BE4CA61ACB73}">
      <dgm:prSet/>
      <dgm:spPr/>
      <dgm:t>
        <a:bodyPr/>
        <a:lstStyle/>
        <a:p>
          <a:endParaRPr lang="en-US"/>
        </a:p>
      </dgm:t>
    </dgm:pt>
    <dgm:pt modelId="{A0BA95F2-610D-45B1-B377-6F8523B8907C}" type="sibTrans" cxnId="{A4E0E42F-35CB-4C1F-B93F-BE4CA61ACB73}">
      <dgm:prSet/>
      <dgm:spPr/>
      <dgm:t>
        <a:bodyPr/>
        <a:lstStyle/>
        <a:p>
          <a:endParaRPr lang="en-US"/>
        </a:p>
      </dgm:t>
    </dgm:pt>
    <dgm:pt modelId="{A3AB69FF-638D-43CF-BE17-9111D822ED14}" type="pres">
      <dgm:prSet presAssocID="{3307A9F8-34DE-42F1-8879-BA816346C4DF}" presName="vert0" presStyleCnt="0">
        <dgm:presLayoutVars>
          <dgm:dir/>
          <dgm:animOne val="branch"/>
          <dgm:animLvl val="lvl"/>
        </dgm:presLayoutVars>
      </dgm:prSet>
      <dgm:spPr/>
    </dgm:pt>
    <dgm:pt modelId="{B64004AA-81E7-4869-BD6B-9B64526BBB60}" type="pres">
      <dgm:prSet presAssocID="{52841E1A-D1CA-4270-95B5-7376BE9BB7C8}" presName="thickLine" presStyleLbl="alignNode1" presStyleIdx="0" presStyleCnt="3"/>
      <dgm:spPr/>
    </dgm:pt>
    <dgm:pt modelId="{63921433-35F2-4D8E-A1A9-AC5931D568D9}" type="pres">
      <dgm:prSet presAssocID="{52841E1A-D1CA-4270-95B5-7376BE9BB7C8}" presName="horz1" presStyleCnt="0"/>
      <dgm:spPr/>
    </dgm:pt>
    <dgm:pt modelId="{A6CA39B5-9542-445D-BC89-A08DC9B9CC06}" type="pres">
      <dgm:prSet presAssocID="{52841E1A-D1CA-4270-95B5-7376BE9BB7C8}" presName="tx1" presStyleLbl="revTx" presStyleIdx="0" presStyleCnt="3"/>
      <dgm:spPr/>
    </dgm:pt>
    <dgm:pt modelId="{A73CC375-556C-446B-8209-E63F94D683B2}" type="pres">
      <dgm:prSet presAssocID="{52841E1A-D1CA-4270-95B5-7376BE9BB7C8}" presName="vert1" presStyleCnt="0"/>
      <dgm:spPr/>
    </dgm:pt>
    <dgm:pt modelId="{DE1D949C-2A6B-4641-8D2E-A72F2D53A561}" type="pres">
      <dgm:prSet presAssocID="{AAB65386-929F-4C3C-BB22-16B01D719CB5}" presName="thickLine" presStyleLbl="alignNode1" presStyleIdx="1" presStyleCnt="3"/>
      <dgm:spPr/>
    </dgm:pt>
    <dgm:pt modelId="{4D04DF73-F57F-4DB8-BA72-72E32317F337}" type="pres">
      <dgm:prSet presAssocID="{AAB65386-929F-4C3C-BB22-16B01D719CB5}" presName="horz1" presStyleCnt="0"/>
      <dgm:spPr/>
    </dgm:pt>
    <dgm:pt modelId="{3500A500-3B0F-4A2A-84AC-E39479756C26}" type="pres">
      <dgm:prSet presAssocID="{AAB65386-929F-4C3C-BB22-16B01D719CB5}" presName="tx1" presStyleLbl="revTx" presStyleIdx="1" presStyleCnt="3"/>
      <dgm:spPr/>
    </dgm:pt>
    <dgm:pt modelId="{4E6A0BF7-194C-4075-B7CD-3A39AD030571}" type="pres">
      <dgm:prSet presAssocID="{AAB65386-929F-4C3C-BB22-16B01D719CB5}" presName="vert1" presStyleCnt="0"/>
      <dgm:spPr/>
    </dgm:pt>
    <dgm:pt modelId="{4D2CA2C3-6813-4A4D-ACE8-256C9E544CCB}" type="pres">
      <dgm:prSet presAssocID="{401740EC-0679-4A37-825A-D01D8B21C887}" presName="thickLine" presStyleLbl="alignNode1" presStyleIdx="2" presStyleCnt="3"/>
      <dgm:spPr/>
    </dgm:pt>
    <dgm:pt modelId="{D005251C-40B8-4EBC-A701-A8CE50773A3A}" type="pres">
      <dgm:prSet presAssocID="{401740EC-0679-4A37-825A-D01D8B21C887}" presName="horz1" presStyleCnt="0"/>
      <dgm:spPr/>
    </dgm:pt>
    <dgm:pt modelId="{24FD99A1-0382-424E-90FC-22F3EBA58104}" type="pres">
      <dgm:prSet presAssocID="{401740EC-0679-4A37-825A-D01D8B21C887}" presName="tx1" presStyleLbl="revTx" presStyleIdx="2" presStyleCnt="3"/>
      <dgm:spPr/>
    </dgm:pt>
    <dgm:pt modelId="{AE0A0D37-C58E-420D-9E2B-D797B049A525}" type="pres">
      <dgm:prSet presAssocID="{401740EC-0679-4A37-825A-D01D8B21C887}" presName="vert1" presStyleCnt="0"/>
      <dgm:spPr/>
    </dgm:pt>
  </dgm:ptLst>
  <dgm:cxnLst>
    <dgm:cxn modelId="{ABABF409-1ACC-406C-B4C1-365E459B448B}" type="presOf" srcId="{401740EC-0679-4A37-825A-D01D8B21C887}" destId="{24FD99A1-0382-424E-90FC-22F3EBA58104}" srcOrd="0" destOrd="0" presId="urn:microsoft.com/office/officeart/2008/layout/LinedList"/>
    <dgm:cxn modelId="{23341C2F-E240-46D2-B003-52CC0B18988A}" srcId="{3307A9F8-34DE-42F1-8879-BA816346C4DF}" destId="{AAB65386-929F-4C3C-BB22-16B01D719CB5}" srcOrd="1" destOrd="0" parTransId="{2647382B-17FB-4194-B476-5CFE150250A0}" sibTransId="{957901E5-E82D-4791-9EC5-5876CBA25224}"/>
    <dgm:cxn modelId="{A4E0E42F-35CB-4C1F-B93F-BE4CA61ACB73}" srcId="{3307A9F8-34DE-42F1-8879-BA816346C4DF}" destId="{401740EC-0679-4A37-825A-D01D8B21C887}" srcOrd="2" destOrd="0" parTransId="{8E77907D-30F4-43A8-BBA7-F7FD17566326}" sibTransId="{A0BA95F2-610D-45B1-B377-6F8523B8907C}"/>
    <dgm:cxn modelId="{F4AB445E-2A4B-4507-820D-467C4945FA85}" type="presOf" srcId="{52841E1A-D1CA-4270-95B5-7376BE9BB7C8}" destId="{A6CA39B5-9542-445D-BC89-A08DC9B9CC06}" srcOrd="0" destOrd="0" presId="urn:microsoft.com/office/officeart/2008/layout/LinedList"/>
    <dgm:cxn modelId="{A54F2F6A-3CB8-4341-AEB6-35DA03B79EE0}" type="presOf" srcId="{3307A9F8-34DE-42F1-8879-BA816346C4DF}" destId="{A3AB69FF-638D-43CF-BE17-9111D822ED14}" srcOrd="0" destOrd="0" presId="urn:microsoft.com/office/officeart/2008/layout/LinedList"/>
    <dgm:cxn modelId="{4F4FB586-F09C-46AC-A25B-34A9F120D247}" srcId="{3307A9F8-34DE-42F1-8879-BA816346C4DF}" destId="{52841E1A-D1CA-4270-95B5-7376BE9BB7C8}" srcOrd="0" destOrd="0" parTransId="{F1990F9D-0E1B-43FD-B6C3-C32164E52F85}" sibTransId="{CA5B5C3C-22E8-4851-87DA-A7ECB3425F7E}"/>
    <dgm:cxn modelId="{8A84B295-8A00-4A29-B3C5-6C28A6F1EE1F}" type="presOf" srcId="{AAB65386-929F-4C3C-BB22-16B01D719CB5}" destId="{3500A500-3B0F-4A2A-84AC-E39479756C26}" srcOrd="0" destOrd="0" presId="urn:microsoft.com/office/officeart/2008/layout/LinedList"/>
    <dgm:cxn modelId="{B2A76EF4-9617-420D-A11F-E4A3F0D752A7}" type="presParOf" srcId="{A3AB69FF-638D-43CF-BE17-9111D822ED14}" destId="{B64004AA-81E7-4869-BD6B-9B64526BBB60}" srcOrd="0" destOrd="0" presId="urn:microsoft.com/office/officeart/2008/layout/LinedList"/>
    <dgm:cxn modelId="{A3287FA1-D7DD-435D-9244-C5C4B48F6ED6}" type="presParOf" srcId="{A3AB69FF-638D-43CF-BE17-9111D822ED14}" destId="{63921433-35F2-4D8E-A1A9-AC5931D568D9}" srcOrd="1" destOrd="0" presId="urn:microsoft.com/office/officeart/2008/layout/LinedList"/>
    <dgm:cxn modelId="{69A046A0-00E4-4A44-BF4B-ABCEC6C5BA31}" type="presParOf" srcId="{63921433-35F2-4D8E-A1A9-AC5931D568D9}" destId="{A6CA39B5-9542-445D-BC89-A08DC9B9CC06}" srcOrd="0" destOrd="0" presId="urn:microsoft.com/office/officeart/2008/layout/LinedList"/>
    <dgm:cxn modelId="{4CBE797F-EF16-4039-972B-A270F77369CE}" type="presParOf" srcId="{63921433-35F2-4D8E-A1A9-AC5931D568D9}" destId="{A73CC375-556C-446B-8209-E63F94D683B2}" srcOrd="1" destOrd="0" presId="urn:microsoft.com/office/officeart/2008/layout/LinedList"/>
    <dgm:cxn modelId="{1BFFFA23-38AD-4891-901B-0CEC07785859}" type="presParOf" srcId="{A3AB69FF-638D-43CF-BE17-9111D822ED14}" destId="{DE1D949C-2A6B-4641-8D2E-A72F2D53A561}" srcOrd="2" destOrd="0" presId="urn:microsoft.com/office/officeart/2008/layout/LinedList"/>
    <dgm:cxn modelId="{B0B1FCF7-01F4-4F0D-8E6C-7B0706364F86}" type="presParOf" srcId="{A3AB69FF-638D-43CF-BE17-9111D822ED14}" destId="{4D04DF73-F57F-4DB8-BA72-72E32317F337}" srcOrd="3" destOrd="0" presId="urn:microsoft.com/office/officeart/2008/layout/LinedList"/>
    <dgm:cxn modelId="{C6E8EC2A-360C-4D9F-B617-0B7B76A044A3}" type="presParOf" srcId="{4D04DF73-F57F-4DB8-BA72-72E32317F337}" destId="{3500A500-3B0F-4A2A-84AC-E39479756C26}" srcOrd="0" destOrd="0" presId="urn:microsoft.com/office/officeart/2008/layout/LinedList"/>
    <dgm:cxn modelId="{A3738F2C-48B8-4251-86BA-1B2CF1237AE9}" type="presParOf" srcId="{4D04DF73-F57F-4DB8-BA72-72E32317F337}" destId="{4E6A0BF7-194C-4075-B7CD-3A39AD030571}" srcOrd="1" destOrd="0" presId="urn:microsoft.com/office/officeart/2008/layout/LinedList"/>
    <dgm:cxn modelId="{4D9CD98F-085F-4E4A-8274-6B8CBB3D1BFA}" type="presParOf" srcId="{A3AB69FF-638D-43CF-BE17-9111D822ED14}" destId="{4D2CA2C3-6813-4A4D-ACE8-256C9E544CCB}" srcOrd="4" destOrd="0" presId="urn:microsoft.com/office/officeart/2008/layout/LinedList"/>
    <dgm:cxn modelId="{1476D315-398F-4EF9-A0FE-0CD6CB820396}" type="presParOf" srcId="{A3AB69FF-638D-43CF-BE17-9111D822ED14}" destId="{D005251C-40B8-4EBC-A701-A8CE50773A3A}" srcOrd="5" destOrd="0" presId="urn:microsoft.com/office/officeart/2008/layout/LinedList"/>
    <dgm:cxn modelId="{551CADA8-8535-4F25-BCC6-903007BF73F4}" type="presParOf" srcId="{D005251C-40B8-4EBC-A701-A8CE50773A3A}" destId="{24FD99A1-0382-424E-90FC-22F3EBA58104}" srcOrd="0" destOrd="0" presId="urn:microsoft.com/office/officeart/2008/layout/LinedList"/>
    <dgm:cxn modelId="{08179794-368E-415D-B192-65E938965E4A}" type="presParOf" srcId="{D005251C-40B8-4EBC-A701-A8CE50773A3A}" destId="{AE0A0D37-C58E-420D-9E2B-D797B049A52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293E2C-666B-49FC-BC16-A851EB602ACB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EF2931BD-F9B8-43D0-9763-8DC729FB1379}">
      <dgm:prSet/>
      <dgm:spPr/>
      <dgm:t>
        <a:bodyPr/>
        <a:lstStyle/>
        <a:p>
          <a:r>
            <a:rPr lang="en-GB"/>
            <a:t>Internal</a:t>
          </a:r>
        </a:p>
      </dgm:t>
    </dgm:pt>
    <dgm:pt modelId="{2345DD47-7140-409F-869C-037E43A9E66A}" type="parTrans" cxnId="{FBF8BE37-4F49-4E94-A73A-C829EF845213}">
      <dgm:prSet/>
      <dgm:spPr/>
      <dgm:t>
        <a:bodyPr/>
        <a:lstStyle/>
        <a:p>
          <a:endParaRPr lang="en-GB"/>
        </a:p>
      </dgm:t>
    </dgm:pt>
    <dgm:pt modelId="{C9AF27D0-F334-45CA-B041-9535C49C3903}" type="sibTrans" cxnId="{FBF8BE37-4F49-4E94-A73A-C829EF845213}">
      <dgm:prSet/>
      <dgm:spPr/>
      <dgm:t>
        <a:bodyPr/>
        <a:lstStyle/>
        <a:p>
          <a:endParaRPr lang="en-GB"/>
        </a:p>
      </dgm:t>
    </dgm:pt>
    <dgm:pt modelId="{5CFED42C-39CE-41EB-B9C3-5C9AF0EED3DF}">
      <dgm:prSet/>
      <dgm:spPr/>
      <dgm:t>
        <a:bodyPr/>
        <a:lstStyle/>
        <a:p>
          <a:r>
            <a:rPr lang="en-GB"/>
            <a:t>Employees</a:t>
          </a:r>
        </a:p>
      </dgm:t>
    </dgm:pt>
    <dgm:pt modelId="{661067F4-C9B6-4544-A59C-071DFE6AB2AD}" type="parTrans" cxnId="{CF8D6AE3-B3D1-48F5-B951-B2FA8A1DE167}">
      <dgm:prSet/>
      <dgm:spPr/>
      <dgm:t>
        <a:bodyPr/>
        <a:lstStyle/>
        <a:p>
          <a:endParaRPr lang="en-GB"/>
        </a:p>
      </dgm:t>
    </dgm:pt>
    <dgm:pt modelId="{983692A2-8746-4820-AC00-51007FD5A72F}" type="sibTrans" cxnId="{CF8D6AE3-B3D1-48F5-B951-B2FA8A1DE167}">
      <dgm:prSet/>
      <dgm:spPr/>
      <dgm:t>
        <a:bodyPr/>
        <a:lstStyle/>
        <a:p>
          <a:endParaRPr lang="en-GB"/>
        </a:p>
      </dgm:t>
    </dgm:pt>
    <dgm:pt modelId="{163BD902-DE7E-4549-8D95-44F5086CDDD7}">
      <dgm:prSet/>
      <dgm:spPr/>
      <dgm:t>
        <a:bodyPr/>
        <a:lstStyle/>
        <a:p>
          <a:r>
            <a:rPr lang="en-GB"/>
            <a:t>Managers</a:t>
          </a:r>
        </a:p>
      </dgm:t>
    </dgm:pt>
    <dgm:pt modelId="{11248394-5F04-4189-A1BD-86B509DF1DFD}" type="parTrans" cxnId="{216E75B5-B960-41A9-A1BC-5FB5ACE356A1}">
      <dgm:prSet/>
      <dgm:spPr/>
      <dgm:t>
        <a:bodyPr/>
        <a:lstStyle/>
        <a:p>
          <a:endParaRPr lang="en-GB"/>
        </a:p>
      </dgm:t>
    </dgm:pt>
    <dgm:pt modelId="{2D2D4758-91E9-4F04-97CF-CEED7F7D6399}" type="sibTrans" cxnId="{216E75B5-B960-41A9-A1BC-5FB5ACE356A1}">
      <dgm:prSet/>
      <dgm:spPr/>
      <dgm:t>
        <a:bodyPr/>
        <a:lstStyle/>
        <a:p>
          <a:endParaRPr lang="en-GB"/>
        </a:p>
      </dgm:t>
    </dgm:pt>
    <dgm:pt modelId="{28BA977B-0D7C-43D0-90CC-9FCC662F7353}">
      <dgm:prSet/>
      <dgm:spPr/>
      <dgm:t>
        <a:bodyPr/>
        <a:lstStyle/>
        <a:p>
          <a:r>
            <a:rPr lang="en-GB"/>
            <a:t>Owners/Shareholder</a:t>
          </a:r>
        </a:p>
      </dgm:t>
    </dgm:pt>
    <dgm:pt modelId="{C234CCFA-DAAC-4383-B3F4-7885296EEAEA}" type="parTrans" cxnId="{73466CAB-2C02-45EB-BE58-D373407E92C6}">
      <dgm:prSet/>
      <dgm:spPr/>
      <dgm:t>
        <a:bodyPr/>
        <a:lstStyle/>
        <a:p>
          <a:endParaRPr lang="en-GB"/>
        </a:p>
      </dgm:t>
    </dgm:pt>
    <dgm:pt modelId="{D58BF104-9C86-4160-9B77-EB908F2DEBD6}" type="sibTrans" cxnId="{73466CAB-2C02-45EB-BE58-D373407E92C6}">
      <dgm:prSet/>
      <dgm:spPr/>
      <dgm:t>
        <a:bodyPr/>
        <a:lstStyle/>
        <a:p>
          <a:endParaRPr lang="en-GB"/>
        </a:p>
      </dgm:t>
    </dgm:pt>
    <dgm:pt modelId="{645D9FD1-E27A-4D79-BCCA-64A4AE3F6E31}">
      <dgm:prSet/>
      <dgm:spPr/>
      <dgm:t>
        <a:bodyPr/>
        <a:lstStyle/>
        <a:p>
          <a:r>
            <a:rPr lang="en-GB"/>
            <a:t>External</a:t>
          </a:r>
        </a:p>
      </dgm:t>
    </dgm:pt>
    <dgm:pt modelId="{17203DE8-0EC7-46E1-B743-C379C91E72DB}" type="parTrans" cxnId="{93B86D1F-5D6F-4244-B000-BF0857B398FA}">
      <dgm:prSet/>
      <dgm:spPr/>
      <dgm:t>
        <a:bodyPr/>
        <a:lstStyle/>
        <a:p>
          <a:endParaRPr lang="en-GB"/>
        </a:p>
      </dgm:t>
    </dgm:pt>
    <dgm:pt modelId="{2FA1870C-6D9D-4051-9FF3-6FCF88BBC852}" type="sibTrans" cxnId="{93B86D1F-5D6F-4244-B000-BF0857B398FA}">
      <dgm:prSet/>
      <dgm:spPr/>
      <dgm:t>
        <a:bodyPr/>
        <a:lstStyle/>
        <a:p>
          <a:endParaRPr lang="en-GB"/>
        </a:p>
      </dgm:t>
    </dgm:pt>
    <dgm:pt modelId="{D29B711B-ACB3-40AD-A1D8-7446C2A25D18}">
      <dgm:prSet/>
      <dgm:spPr/>
      <dgm:t>
        <a:bodyPr/>
        <a:lstStyle/>
        <a:p>
          <a:r>
            <a:rPr lang="en-GB"/>
            <a:t>Suppliers</a:t>
          </a:r>
        </a:p>
      </dgm:t>
    </dgm:pt>
    <dgm:pt modelId="{13F0BA3D-3326-4FB4-A46C-89802CEAEA82}" type="parTrans" cxnId="{54B35159-DD31-4E76-8982-F07358F5A399}">
      <dgm:prSet/>
      <dgm:spPr/>
      <dgm:t>
        <a:bodyPr/>
        <a:lstStyle/>
        <a:p>
          <a:endParaRPr lang="en-GB"/>
        </a:p>
      </dgm:t>
    </dgm:pt>
    <dgm:pt modelId="{D0107D7E-B483-44A5-A7B9-AA473B548FB1}" type="sibTrans" cxnId="{54B35159-DD31-4E76-8982-F07358F5A399}">
      <dgm:prSet/>
      <dgm:spPr/>
      <dgm:t>
        <a:bodyPr/>
        <a:lstStyle/>
        <a:p>
          <a:endParaRPr lang="en-GB"/>
        </a:p>
      </dgm:t>
    </dgm:pt>
    <dgm:pt modelId="{20EB605F-402D-4FA6-8084-C9E349B1A55E}">
      <dgm:prSet/>
      <dgm:spPr/>
      <dgm:t>
        <a:bodyPr/>
        <a:lstStyle/>
        <a:p>
          <a:r>
            <a:rPr lang="en-GB"/>
            <a:t>Society</a:t>
          </a:r>
        </a:p>
      </dgm:t>
    </dgm:pt>
    <dgm:pt modelId="{4A8CBE16-4DAD-48D1-9F10-210521898E01}" type="parTrans" cxnId="{C0DA76B0-F13E-4FA9-B32A-935C099003A8}">
      <dgm:prSet/>
      <dgm:spPr/>
      <dgm:t>
        <a:bodyPr/>
        <a:lstStyle/>
        <a:p>
          <a:endParaRPr lang="en-GB"/>
        </a:p>
      </dgm:t>
    </dgm:pt>
    <dgm:pt modelId="{EA29FB0A-02BA-4091-A283-A89D1F828696}" type="sibTrans" cxnId="{C0DA76B0-F13E-4FA9-B32A-935C099003A8}">
      <dgm:prSet/>
      <dgm:spPr/>
      <dgm:t>
        <a:bodyPr/>
        <a:lstStyle/>
        <a:p>
          <a:endParaRPr lang="en-GB"/>
        </a:p>
      </dgm:t>
    </dgm:pt>
    <dgm:pt modelId="{C0BD1DDC-396B-4F2C-942C-5FEF018F910E}">
      <dgm:prSet/>
      <dgm:spPr/>
      <dgm:t>
        <a:bodyPr/>
        <a:lstStyle/>
        <a:p>
          <a:r>
            <a:rPr lang="en-GB"/>
            <a:t>Government </a:t>
          </a:r>
        </a:p>
      </dgm:t>
    </dgm:pt>
    <dgm:pt modelId="{D0B6C7EC-5FD1-414C-A70D-817A31C7D467}" type="parTrans" cxnId="{8527A9D1-5B4F-4DD8-9D2F-A5FC9E9E884B}">
      <dgm:prSet/>
      <dgm:spPr/>
      <dgm:t>
        <a:bodyPr/>
        <a:lstStyle/>
        <a:p>
          <a:endParaRPr lang="en-GB"/>
        </a:p>
      </dgm:t>
    </dgm:pt>
    <dgm:pt modelId="{0609E869-B990-4278-B588-5EF3669CF2B5}" type="sibTrans" cxnId="{8527A9D1-5B4F-4DD8-9D2F-A5FC9E9E884B}">
      <dgm:prSet/>
      <dgm:spPr/>
      <dgm:t>
        <a:bodyPr/>
        <a:lstStyle/>
        <a:p>
          <a:endParaRPr lang="en-GB"/>
        </a:p>
      </dgm:t>
    </dgm:pt>
    <dgm:pt modelId="{B83E8DDE-8438-48E3-8DED-0D9886195EAE}">
      <dgm:prSet/>
      <dgm:spPr/>
      <dgm:t>
        <a:bodyPr/>
        <a:lstStyle/>
        <a:p>
          <a:r>
            <a:rPr lang="en-GB"/>
            <a:t>Creditors</a:t>
          </a:r>
        </a:p>
      </dgm:t>
    </dgm:pt>
    <dgm:pt modelId="{22D14A8C-9941-46F2-9ABF-92B9200F4612}" type="parTrans" cxnId="{4BA5F6DE-A52C-49C5-8C77-FD86532AC534}">
      <dgm:prSet/>
      <dgm:spPr/>
      <dgm:t>
        <a:bodyPr/>
        <a:lstStyle/>
        <a:p>
          <a:endParaRPr lang="en-GB"/>
        </a:p>
      </dgm:t>
    </dgm:pt>
    <dgm:pt modelId="{AB368E05-2019-4B58-BECA-74670C1B0C7D}" type="sibTrans" cxnId="{4BA5F6DE-A52C-49C5-8C77-FD86532AC534}">
      <dgm:prSet/>
      <dgm:spPr/>
      <dgm:t>
        <a:bodyPr/>
        <a:lstStyle/>
        <a:p>
          <a:endParaRPr lang="en-GB"/>
        </a:p>
      </dgm:t>
    </dgm:pt>
    <dgm:pt modelId="{7F968FF0-B7E6-475E-9500-0E9E44FE3F39}">
      <dgm:prSet/>
      <dgm:spPr/>
      <dgm:t>
        <a:bodyPr/>
        <a:lstStyle/>
        <a:p>
          <a:r>
            <a:rPr lang="en-GB"/>
            <a:t>Shareholders</a:t>
          </a:r>
        </a:p>
      </dgm:t>
    </dgm:pt>
    <dgm:pt modelId="{E6E240C6-F984-4A21-9545-1A742988C53C}" type="parTrans" cxnId="{42D86FBA-89F8-44DD-99A4-FCF66B8B9C8A}">
      <dgm:prSet/>
      <dgm:spPr/>
      <dgm:t>
        <a:bodyPr/>
        <a:lstStyle/>
        <a:p>
          <a:endParaRPr lang="en-GB"/>
        </a:p>
      </dgm:t>
    </dgm:pt>
    <dgm:pt modelId="{529ADF09-6E41-4772-9447-E5DE02481DBE}" type="sibTrans" cxnId="{42D86FBA-89F8-44DD-99A4-FCF66B8B9C8A}">
      <dgm:prSet/>
      <dgm:spPr/>
      <dgm:t>
        <a:bodyPr/>
        <a:lstStyle/>
        <a:p>
          <a:endParaRPr lang="en-GB"/>
        </a:p>
      </dgm:t>
    </dgm:pt>
    <dgm:pt modelId="{FA388DA9-93B9-4109-A725-EDBEAC5ED679}">
      <dgm:prSet/>
      <dgm:spPr/>
      <dgm:t>
        <a:bodyPr/>
        <a:lstStyle/>
        <a:p>
          <a:r>
            <a:rPr lang="en-GB"/>
            <a:t>Customer</a:t>
          </a:r>
        </a:p>
      </dgm:t>
    </dgm:pt>
    <dgm:pt modelId="{53F7918F-0D1C-4582-B85E-378D09B43D2F}" type="parTrans" cxnId="{90A0DE63-631C-49FA-B181-5BE6B2717DEF}">
      <dgm:prSet/>
      <dgm:spPr/>
      <dgm:t>
        <a:bodyPr/>
        <a:lstStyle/>
        <a:p>
          <a:endParaRPr lang="en-GB"/>
        </a:p>
      </dgm:t>
    </dgm:pt>
    <dgm:pt modelId="{6A99E87B-1070-488E-ACDE-D03DB912966A}" type="sibTrans" cxnId="{90A0DE63-631C-49FA-B181-5BE6B2717DEF}">
      <dgm:prSet/>
      <dgm:spPr/>
      <dgm:t>
        <a:bodyPr/>
        <a:lstStyle/>
        <a:p>
          <a:endParaRPr lang="en-GB"/>
        </a:p>
      </dgm:t>
    </dgm:pt>
    <dgm:pt modelId="{A56C0B58-83C7-44E9-901D-09E4661ABEE3}" type="pres">
      <dgm:prSet presAssocID="{3C293E2C-666B-49FC-BC16-A851EB602ACB}" presName="compositeShape" presStyleCnt="0">
        <dgm:presLayoutVars>
          <dgm:chMax val="7"/>
          <dgm:dir/>
          <dgm:resizeHandles val="exact"/>
        </dgm:presLayoutVars>
      </dgm:prSet>
      <dgm:spPr/>
    </dgm:pt>
    <dgm:pt modelId="{8C5B4976-9D69-4054-B82D-B39BC84E7EE3}" type="pres">
      <dgm:prSet presAssocID="{EF2931BD-F9B8-43D0-9763-8DC729FB1379}" presName="circ1" presStyleLbl="vennNode1" presStyleIdx="0" presStyleCnt="2"/>
      <dgm:spPr/>
    </dgm:pt>
    <dgm:pt modelId="{140108EB-C269-490B-A210-FA670007B754}" type="pres">
      <dgm:prSet presAssocID="{EF2931BD-F9B8-43D0-9763-8DC729FB1379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62E0718-027D-4B34-9C1E-B3D62BBA955F}" type="pres">
      <dgm:prSet presAssocID="{645D9FD1-E27A-4D79-BCCA-64A4AE3F6E31}" presName="circ2" presStyleLbl="vennNode1" presStyleIdx="1" presStyleCnt="2"/>
      <dgm:spPr/>
    </dgm:pt>
    <dgm:pt modelId="{C72B4DF5-FFBE-4B0D-A040-082A955CBAE1}" type="pres">
      <dgm:prSet presAssocID="{645D9FD1-E27A-4D79-BCCA-64A4AE3F6E31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BBB5D20C-0E2F-414C-BE5E-8EDCAB0C989E}" type="presOf" srcId="{20EB605F-402D-4FA6-8084-C9E349B1A55E}" destId="{062E0718-027D-4B34-9C1E-B3D62BBA955F}" srcOrd="0" destOrd="2" presId="urn:microsoft.com/office/officeart/2005/8/layout/venn1"/>
    <dgm:cxn modelId="{93B86D1F-5D6F-4244-B000-BF0857B398FA}" srcId="{3C293E2C-666B-49FC-BC16-A851EB602ACB}" destId="{645D9FD1-E27A-4D79-BCCA-64A4AE3F6E31}" srcOrd="1" destOrd="0" parTransId="{17203DE8-0EC7-46E1-B743-C379C91E72DB}" sibTransId="{2FA1870C-6D9D-4051-9FF3-6FCF88BBC852}"/>
    <dgm:cxn modelId="{2DE99030-B5E5-4715-B464-3C1872AFA6F9}" type="presOf" srcId="{EF2931BD-F9B8-43D0-9763-8DC729FB1379}" destId="{8C5B4976-9D69-4054-B82D-B39BC84E7EE3}" srcOrd="0" destOrd="0" presId="urn:microsoft.com/office/officeart/2005/8/layout/venn1"/>
    <dgm:cxn modelId="{FBF8BE37-4F49-4E94-A73A-C829EF845213}" srcId="{3C293E2C-666B-49FC-BC16-A851EB602ACB}" destId="{EF2931BD-F9B8-43D0-9763-8DC729FB1379}" srcOrd="0" destOrd="0" parTransId="{2345DD47-7140-409F-869C-037E43A9E66A}" sibTransId="{C9AF27D0-F334-45CA-B041-9535C49C3903}"/>
    <dgm:cxn modelId="{3A176439-2DBD-4BBC-B946-56246BFB505A}" type="presOf" srcId="{7F968FF0-B7E6-475E-9500-0E9E44FE3F39}" destId="{C72B4DF5-FFBE-4B0D-A040-082A955CBAE1}" srcOrd="1" destOrd="5" presId="urn:microsoft.com/office/officeart/2005/8/layout/venn1"/>
    <dgm:cxn modelId="{B5336D3D-7F3E-42F6-977D-FAF450D57616}" type="presOf" srcId="{163BD902-DE7E-4549-8D95-44F5086CDDD7}" destId="{8C5B4976-9D69-4054-B82D-B39BC84E7EE3}" srcOrd="0" destOrd="2" presId="urn:microsoft.com/office/officeart/2005/8/layout/venn1"/>
    <dgm:cxn modelId="{3CE8044E-1151-4146-8522-34E145FE9BC3}" type="presOf" srcId="{7F968FF0-B7E6-475E-9500-0E9E44FE3F39}" destId="{062E0718-027D-4B34-9C1E-B3D62BBA955F}" srcOrd="0" destOrd="5" presId="urn:microsoft.com/office/officeart/2005/8/layout/venn1"/>
    <dgm:cxn modelId="{46DE3353-709B-4F74-881E-1D0053BAE42A}" type="presOf" srcId="{3C293E2C-666B-49FC-BC16-A851EB602ACB}" destId="{A56C0B58-83C7-44E9-901D-09E4661ABEE3}" srcOrd="0" destOrd="0" presId="urn:microsoft.com/office/officeart/2005/8/layout/venn1"/>
    <dgm:cxn modelId="{54B35159-DD31-4E76-8982-F07358F5A399}" srcId="{645D9FD1-E27A-4D79-BCCA-64A4AE3F6E31}" destId="{D29B711B-ACB3-40AD-A1D8-7446C2A25D18}" srcOrd="0" destOrd="0" parTransId="{13F0BA3D-3326-4FB4-A46C-89802CEAEA82}" sibTransId="{D0107D7E-B483-44A5-A7B9-AA473B548FB1}"/>
    <dgm:cxn modelId="{8DE0475E-6DDF-4485-91A9-DF917F356638}" type="presOf" srcId="{645D9FD1-E27A-4D79-BCCA-64A4AE3F6E31}" destId="{C72B4DF5-FFBE-4B0D-A040-082A955CBAE1}" srcOrd="1" destOrd="0" presId="urn:microsoft.com/office/officeart/2005/8/layout/venn1"/>
    <dgm:cxn modelId="{90A0DE63-631C-49FA-B181-5BE6B2717DEF}" srcId="{645D9FD1-E27A-4D79-BCCA-64A4AE3F6E31}" destId="{FA388DA9-93B9-4109-A725-EDBEAC5ED679}" srcOrd="5" destOrd="0" parTransId="{53F7918F-0D1C-4582-B85E-378D09B43D2F}" sibTransId="{6A99E87B-1070-488E-ACDE-D03DB912966A}"/>
    <dgm:cxn modelId="{2AA98C86-429C-42CC-AAA6-38838DA1CCF8}" type="presOf" srcId="{645D9FD1-E27A-4D79-BCCA-64A4AE3F6E31}" destId="{062E0718-027D-4B34-9C1E-B3D62BBA955F}" srcOrd="0" destOrd="0" presId="urn:microsoft.com/office/officeart/2005/8/layout/venn1"/>
    <dgm:cxn modelId="{965ECD8E-67E7-46C7-B4D7-FE93F6551AD4}" type="presOf" srcId="{5CFED42C-39CE-41EB-B9C3-5C9AF0EED3DF}" destId="{8C5B4976-9D69-4054-B82D-B39BC84E7EE3}" srcOrd="0" destOrd="1" presId="urn:microsoft.com/office/officeart/2005/8/layout/venn1"/>
    <dgm:cxn modelId="{F4844C9E-E04D-4614-AF7A-4EBFB0B610B5}" type="presOf" srcId="{FA388DA9-93B9-4109-A725-EDBEAC5ED679}" destId="{C72B4DF5-FFBE-4B0D-A040-082A955CBAE1}" srcOrd="1" destOrd="6" presId="urn:microsoft.com/office/officeart/2005/8/layout/venn1"/>
    <dgm:cxn modelId="{4970BCA6-9D1A-490A-9A29-35B7F7256609}" type="presOf" srcId="{28BA977B-0D7C-43D0-90CC-9FCC662F7353}" destId="{140108EB-C269-490B-A210-FA670007B754}" srcOrd="1" destOrd="3" presId="urn:microsoft.com/office/officeart/2005/8/layout/venn1"/>
    <dgm:cxn modelId="{73466CAB-2C02-45EB-BE58-D373407E92C6}" srcId="{EF2931BD-F9B8-43D0-9763-8DC729FB1379}" destId="{28BA977B-0D7C-43D0-90CC-9FCC662F7353}" srcOrd="2" destOrd="0" parTransId="{C234CCFA-DAAC-4383-B3F4-7885296EEAEA}" sibTransId="{D58BF104-9C86-4160-9B77-EB908F2DEBD6}"/>
    <dgm:cxn modelId="{C0DA76B0-F13E-4FA9-B32A-935C099003A8}" srcId="{645D9FD1-E27A-4D79-BCCA-64A4AE3F6E31}" destId="{20EB605F-402D-4FA6-8084-C9E349B1A55E}" srcOrd="1" destOrd="0" parTransId="{4A8CBE16-4DAD-48D1-9F10-210521898E01}" sibTransId="{EA29FB0A-02BA-4091-A283-A89D1F828696}"/>
    <dgm:cxn modelId="{216E75B5-B960-41A9-A1BC-5FB5ACE356A1}" srcId="{EF2931BD-F9B8-43D0-9763-8DC729FB1379}" destId="{163BD902-DE7E-4549-8D95-44F5086CDDD7}" srcOrd="1" destOrd="0" parTransId="{11248394-5F04-4189-A1BD-86B509DF1DFD}" sibTransId="{2D2D4758-91E9-4F04-97CF-CEED7F7D6399}"/>
    <dgm:cxn modelId="{C4BF0DB6-ABFA-4B32-86C2-D603D30D8D85}" type="presOf" srcId="{D29B711B-ACB3-40AD-A1D8-7446C2A25D18}" destId="{C72B4DF5-FFBE-4B0D-A040-082A955CBAE1}" srcOrd="1" destOrd="1" presId="urn:microsoft.com/office/officeart/2005/8/layout/venn1"/>
    <dgm:cxn modelId="{E7CFDFB9-C5C4-4475-8EB6-D78DAA51F30B}" type="presOf" srcId="{B83E8DDE-8438-48E3-8DED-0D9886195EAE}" destId="{C72B4DF5-FFBE-4B0D-A040-082A955CBAE1}" srcOrd="1" destOrd="4" presId="urn:microsoft.com/office/officeart/2005/8/layout/venn1"/>
    <dgm:cxn modelId="{42D86FBA-89F8-44DD-99A4-FCF66B8B9C8A}" srcId="{645D9FD1-E27A-4D79-BCCA-64A4AE3F6E31}" destId="{7F968FF0-B7E6-475E-9500-0E9E44FE3F39}" srcOrd="4" destOrd="0" parTransId="{E6E240C6-F984-4A21-9545-1A742988C53C}" sibTransId="{529ADF09-6E41-4772-9447-E5DE02481DBE}"/>
    <dgm:cxn modelId="{0F878BBB-E54F-49F2-9BD1-3D673F24C71C}" type="presOf" srcId="{D29B711B-ACB3-40AD-A1D8-7446C2A25D18}" destId="{062E0718-027D-4B34-9C1E-B3D62BBA955F}" srcOrd="0" destOrd="1" presId="urn:microsoft.com/office/officeart/2005/8/layout/venn1"/>
    <dgm:cxn modelId="{A21B62C5-0866-46E2-97B4-F59072C91CFE}" type="presOf" srcId="{C0BD1DDC-396B-4F2C-942C-5FEF018F910E}" destId="{062E0718-027D-4B34-9C1E-B3D62BBA955F}" srcOrd="0" destOrd="3" presId="urn:microsoft.com/office/officeart/2005/8/layout/venn1"/>
    <dgm:cxn modelId="{8527A9D1-5B4F-4DD8-9D2F-A5FC9E9E884B}" srcId="{645D9FD1-E27A-4D79-BCCA-64A4AE3F6E31}" destId="{C0BD1DDC-396B-4F2C-942C-5FEF018F910E}" srcOrd="2" destOrd="0" parTransId="{D0B6C7EC-5FD1-414C-A70D-817A31C7D467}" sibTransId="{0609E869-B990-4278-B588-5EF3669CF2B5}"/>
    <dgm:cxn modelId="{C42FBAD3-C9DD-4712-8F50-4EBAD4645247}" type="presOf" srcId="{163BD902-DE7E-4549-8D95-44F5086CDDD7}" destId="{140108EB-C269-490B-A210-FA670007B754}" srcOrd="1" destOrd="2" presId="urn:microsoft.com/office/officeart/2005/8/layout/venn1"/>
    <dgm:cxn modelId="{6023E6D9-F490-4DD5-8023-5DA0FED2338F}" type="presOf" srcId="{5CFED42C-39CE-41EB-B9C3-5C9AF0EED3DF}" destId="{140108EB-C269-490B-A210-FA670007B754}" srcOrd="1" destOrd="1" presId="urn:microsoft.com/office/officeart/2005/8/layout/venn1"/>
    <dgm:cxn modelId="{DCD4C9DB-C6DD-432E-875F-9B956A1BA548}" type="presOf" srcId="{EF2931BD-F9B8-43D0-9763-8DC729FB1379}" destId="{140108EB-C269-490B-A210-FA670007B754}" srcOrd="1" destOrd="0" presId="urn:microsoft.com/office/officeart/2005/8/layout/venn1"/>
    <dgm:cxn modelId="{4BA5F6DE-A52C-49C5-8C77-FD86532AC534}" srcId="{645D9FD1-E27A-4D79-BCCA-64A4AE3F6E31}" destId="{B83E8DDE-8438-48E3-8DED-0D9886195EAE}" srcOrd="3" destOrd="0" parTransId="{22D14A8C-9941-46F2-9ABF-92B9200F4612}" sibTransId="{AB368E05-2019-4B58-BECA-74670C1B0C7D}"/>
    <dgm:cxn modelId="{CF8D6AE3-B3D1-48F5-B951-B2FA8A1DE167}" srcId="{EF2931BD-F9B8-43D0-9763-8DC729FB1379}" destId="{5CFED42C-39CE-41EB-B9C3-5C9AF0EED3DF}" srcOrd="0" destOrd="0" parTransId="{661067F4-C9B6-4544-A59C-071DFE6AB2AD}" sibTransId="{983692A2-8746-4820-AC00-51007FD5A72F}"/>
    <dgm:cxn modelId="{F84446F1-449F-4614-843A-10067CBE932E}" type="presOf" srcId="{20EB605F-402D-4FA6-8084-C9E349B1A55E}" destId="{C72B4DF5-FFBE-4B0D-A040-082A955CBAE1}" srcOrd="1" destOrd="2" presId="urn:microsoft.com/office/officeart/2005/8/layout/venn1"/>
    <dgm:cxn modelId="{B9084AF2-7ED7-461F-9B93-50EAC4A92BD2}" type="presOf" srcId="{C0BD1DDC-396B-4F2C-942C-5FEF018F910E}" destId="{C72B4DF5-FFBE-4B0D-A040-082A955CBAE1}" srcOrd="1" destOrd="3" presId="urn:microsoft.com/office/officeart/2005/8/layout/venn1"/>
    <dgm:cxn modelId="{B5E565F6-45D1-4500-B982-595A8DCAC897}" type="presOf" srcId="{28BA977B-0D7C-43D0-90CC-9FCC662F7353}" destId="{8C5B4976-9D69-4054-B82D-B39BC84E7EE3}" srcOrd="0" destOrd="3" presId="urn:microsoft.com/office/officeart/2005/8/layout/venn1"/>
    <dgm:cxn modelId="{0EE385F6-2F23-40DD-92BF-992FC6C971E6}" type="presOf" srcId="{B83E8DDE-8438-48E3-8DED-0D9886195EAE}" destId="{062E0718-027D-4B34-9C1E-B3D62BBA955F}" srcOrd="0" destOrd="4" presId="urn:microsoft.com/office/officeart/2005/8/layout/venn1"/>
    <dgm:cxn modelId="{6877FBF9-06A9-4096-9424-1311748C49D1}" type="presOf" srcId="{FA388DA9-93B9-4109-A725-EDBEAC5ED679}" destId="{062E0718-027D-4B34-9C1E-B3D62BBA955F}" srcOrd="0" destOrd="6" presId="urn:microsoft.com/office/officeart/2005/8/layout/venn1"/>
    <dgm:cxn modelId="{569A1AAA-DFAA-4F0D-8E17-98A99B2B5F61}" type="presParOf" srcId="{A56C0B58-83C7-44E9-901D-09E4661ABEE3}" destId="{8C5B4976-9D69-4054-B82D-B39BC84E7EE3}" srcOrd="0" destOrd="0" presId="urn:microsoft.com/office/officeart/2005/8/layout/venn1"/>
    <dgm:cxn modelId="{E0053425-7F21-4397-978C-071CA36B975A}" type="presParOf" srcId="{A56C0B58-83C7-44E9-901D-09E4661ABEE3}" destId="{140108EB-C269-490B-A210-FA670007B754}" srcOrd="1" destOrd="0" presId="urn:microsoft.com/office/officeart/2005/8/layout/venn1"/>
    <dgm:cxn modelId="{6F635CBC-435B-4A3A-BC49-21ACBA862884}" type="presParOf" srcId="{A56C0B58-83C7-44E9-901D-09E4661ABEE3}" destId="{062E0718-027D-4B34-9C1E-B3D62BBA955F}" srcOrd="2" destOrd="0" presId="urn:microsoft.com/office/officeart/2005/8/layout/venn1"/>
    <dgm:cxn modelId="{01838205-D2CE-445F-AA5B-EFE161446FA5}" type="presParOf" srcId="{A56C0B58-83C7-44E9-901D-09E4661ABEE3}" destId="{C72B4DF5-FFBE-4B0D-A040-082A955CBAE1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FD2E65-7140-4677-A6E1-063261A2BDBD}">
      <dsp:nvSpPr>
        <dsp:cNvPr id="0" name=""/>
        <dsp:cNvSpPr/>
      </dsp:nvSpPr>
      <dsp:spPr>
        <a:xfrm>
          <a:off x="1175" y="193749"/>
          <a:ext cx="4586370" cy="27518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Internal analysis</a:t>
          </a:r>
          <a:endParaRPr lang="en-US" sz="31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SWOT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Value chain analysis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The resource-based view (VRIO framework)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Standards for comparison</a:t>
          </a:r>
          <a:endParaRPr lang="en-US" sz="2400" kern="1200"/>
        </a:p>
      </dsp:txBody>
      <dsp:txXfrm>
        <a:off x="1175" y="193749"/>
        <a:ext cx="4586370" cy="2751822"/>
      </dsp:txXfrm>
    </dsp:sp>
    <dsp:sp modelId="{C3D89420-4830-4A31-9EEC-A9A2BCC6644F}">
      <dsp:nvSpPr>
        <dsp:cNvPr id="0" name=""/>
        <dsp:cNvSpPr/>
      </dsp:nvSpPr>
      <dsp:spPr>
        <a:xfrm>
          <a:off x="5046184" y="193749"/>
          <a:ext cx="4586370" cy="27518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External analysis</a:t>
          </a:r>
          <a:endParaRPr lang="en-US" sz="31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PESTLE framework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LoNGPESTLE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Porter’s five forces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Industry life cycle analysis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Porter’s diamond model</a:t>
          </a:r>
        </a:p>
      </dsp:txBody>
      <dsp:txXfrm>
        <a:off x="5046184" y="193749"/>
        <a:ext cx="4586370" cy="27518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FD2E65-7140-4677-A6E1-063261A2BDBD}">
      <dsp:nvSpPr>
        <dsp:cNvPr id="0" name=""/>
        <dsp:cNvSpPr/>
      </dsp:nvSpPr>
      <dsp:spPr>
        <a:xfrm>
          <a:off x="1175" y="193749"/>
          <a:ext cx="4586370" cy="27518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Internal analysis</a:t>
          </a:r>
          <a:endParaRPr lang="en-US" sz="31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SWOT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Value chain analysis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The resource-based view (VRIO framework)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Standards for comparison</a:t>
          </a:r>
          <a:endParaRPr lang="en-US" sz="2400" kern="1200"/>
        </a:p>
      </dsp:txBody>
      <dsp:txXfrm>
        <a:off x="1175" y="193749"/>
        <a:ext cx="4586370" cy="2751822"/>
      </dsp:txXfrm>
    </dsp:sp>
    <dsp:sp modelId="{C3D89420-4830-4A31-9EEC-A9A2BCC6644F}">
      <dsp:nvSpPr>
        <dsp:cNvPr id="0" name=""/>
        <dsp:cNvSpPr/>
      </dsp:nvSpPr>
      <dsp:spPr>
        <a:xfrm>
          <a:off x="5046184" y="193749"/>
          <a:ext cx="4586370" cy="27518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External analysis</a:t>
          </a:r>
          <a:endParaRPr lang="en-US" sz="31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PESTLE framework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LoNGPESTLE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Porter’s five forces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Industry life cycle analysis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Porter’s diamond model</a:t>
          </a:r>
        </a:p>
      </dsp:txBody>
      <dsp:txXfrm>
        <a:off x="5046184" y="193749"/>
        <a:ext cx="4586370" cy="27518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4004AA-81E7-4869-BD6B-9B64526BBB60}">
      <dsp:nvSpPr>
        <dsp:cNvPr id="0" name=""/>
        <dsp:cNvSpPr/>
      </dsp:nvSpPr>
      <dsp:spPr>
        <a:xfrm>
          <a:off x="0" y="1848"/>
          <a:ext cx="102674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CA39B5-9542-445D-BC89-A08DC9B9CC06}">
      <dsp:nvSpPr>
        <dsp:cNvPr id="0" name=""/>
        <dsp:cNvSpPr/>
      </dsp:nvSpPr>
      <dsp:spPr>
        <a:xfrm>
          <a:off x="0" y="1848"/>
          <a:ext cx="10267406" cy="1260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Any person or organisation who can be positively or negatively impacted by, or cause an impact on the actions of a company (Freeman, 1984)</a:t>
          </a:r>
          <a:endParaRPr lang="en-US" sz="2500" kern="1200" dirty="0"/>
        </a:p>
      </dsp:txBody>
      <dsp:txXfrm>
        <a:off x="0" y="1848"/>
        <a:ext cx="10267406" cy="1260651"/>
      </dsp:txXfrm>
    </dsp:sp>
    <dsp:sp modelId="{DE1D949C-2A6B-4641-8D2E-A72F2D53A561}">
      <dsp:nvSpPr>
        <dsp:cNvPr id="0" name=""/>
        <dsp:cNvSpPr/>
      </dsp:nvSpPr>
      <dsp:spPr>
        <a:xfrm>
          <a:off x="0" y="1262500"/>
          <a:ext cx="102674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0A500-3B0F-4A2A-84AC-E39479756C26}">
      <dsp:nvSpPr>
        <dsp:cNvPr id="0" name=""/>
        <dsp:cNvSpPr/>
      </dsp:nvSpPr>
      <dsp:spPr>
        <a:xfrm>
          <a:off x="0" y="1262500"/>
          <a:ext cx="10267406" cy="1260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Individuals and/or groups who are affected by or affect the performance of the organisation in which they have an interest (Worthington and Britton, 2006)</a:t>
          </a:r>
          <a:endParaRPr lang="en-US" sz="2500" kern="1200" dirty="0"/>
        </a:p>
      </dsp:txBody>
      <dsp:txXfrm>
        <a:off x="0" y="1262500"/>
        <a:ext cx="10267406" cy="1260651"/>
      </dsp:txXfrm>
    </dsp:sp>
    <dsp:sp modelId="{4D2CA2C3-6813-4A4D-ACE8-256C9E544CCB}">
      <dsp:nvSpPr>
        <dsp:cNvPr id="0" name=""/>
        <dsp:cNvSpPr/>
      </dsp:nvSpPr>
      <dsp:spPr>
        <a:xfrm>
          <a:off x="0" y="2523151"/>
          <a:ext cx="102674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D99A1-0382-424E-90FC-22F3EBA58104}">
      <dsp:nvSpPr>
        <dsp:cNvPr id="0" name=""/>
        <dsp:cNvSpPr/>
      </dsp:nvSpPr>
      <dsp:spPr>
        <a:xfrm>
          <a:off x="0" y="2523151"/>
          <a:ext cx="10267406" cy="1260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Individuals and constituencies that contribute, either voluntarily or involuntarily, to its wealth-catering capacity and activities, and are therefore its potential beneficiaries and/or risk bearers (Post, Preston &amp; Sachs, 2002)</a:t>
          </a:r>
          <a:endParaRPr lang="en-US" sz="2500" kern="1200" dirty="0"/>
        </a:p>
      </dsp:txBody>
      <dsp:txXfrm>
        <a:off x="0" y="2523151"/>
        <a:ext cx="10267406" cy="12606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5B4976-9D69-4054-B82D-B39BC84E7EE3}">
      <dsp:nvSpPr>
        <dsp:cNvPr id="0" name=""/>
        <dsp:cNvSpPr/>
      </dsp:nvSpPr>
      <dsp:spPr>
        <a:xfrm>
          <a:off x="1832654" y="9292"/>
          <a:ext cx="3397735" cy="339773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Internal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Employees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Managers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Owners/Shareholder</a:t>
          </a:r>
        </a:p>
      </dsp:txBody>
      <dsp:txXfrm>
        <a:off x="2307112" y="409958"/>
        <a:ext cx="1959054" cy="2596403"/>
      </dsp:txXfrm>
    </dsp:sp>
    <dsp:sp modelId="{062E0718-027D-4B34-9C1E-B3D62BBA955F}">
      <dsp:nvSpPr>
        <dsp:cNvPr id="0" name=""/>
        <dsp:cNvSpPr/>
      </dsp:nvSpPr>
      <dsp:spPr>
        <a:xfrm>
          <a:off x="4281472" y="9292"/>
          <a:ext cx="3397735" cy="339773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External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Suppliers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Society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Government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Creditors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Shareholders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Customer</a:t>
          </a:r>
        </a:p>
      </dsp:txBody>
      <dsp:txXfrm>
        <a:off x="5245694" y="409958"/>
        <a:ext cx="1959054" cy="25964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907E6-3E68-424C-8F62-C0116BE83AC6}" type="datetimeFigureOut">
              <a:rPr lang="en-GB" smtClean="0"/>
              <a:t>14/01/2025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D229E-CCA7-4497-8DD6-0B1A8DDCB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6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D229E-CCA7-4497-8DD6-0B1A8DDCBA0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813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D229E-CCA7-4497-8DD6-0B1A8DDCBA0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251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D229E-CCA7-4497-8DD6-0B1A8DDCBA0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80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D229E-CCA7-4497-8DD6-0B1A8DDCBA0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947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D229E-CCA7-4497-8DD6-0B1A8DDCBA0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461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D229E-CCA7-4497-8DD6-0B1A8DDCBA0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462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9845" y="5460023"/>
            <a:ext cx="8534400" cy="51874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A9A72284-5A93-C84B-B495-6FB01BB097C8}" type="datetimeFigureOut">
              <a:rPr lang="en-US">
                <a:solidFill>
                  <a:prstClr val="black"/>
                </a:solidFill>
              </a:rPr>
              <a:pPr defTabSz="457200"/>
              <a:t>1/14/25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2729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1890C0B4-92AC-8D49-B99D-89C76F131BAF}" type="slidenum">
              <a:rPr lang="en-US">
                <a:solidFill>
                  <a:prstClr val="black"/>
                </a:solidFill>
              </a:rPr>
              <a:pPr defTabSz="45720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47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8206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6756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9004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1264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0657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95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3641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0342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246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6498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60" cy="1143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  <a:prstGeom prst="rect">
            <a:avLst/>
          </a:prstGeom>
        </p:spPr>
        <p:txBody>
          <a:bodyPr lIns="82945" tIns="41473" rIns="82945" bIns="41473"/>
          <a:lstStyle>
            <a:lvl1pPr>
              <a:defRPr/>
            </a:lvl1pPr>
          </a:lstStyle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>
                <a:solidFill>
                  <a:srgbClr val="000000"/>
                </a:solidFill>
                <a:ea typeface="Microsoft YaHei" charset="-122"/>
              </a:rPr>
              <a:t>Clare Garrick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  <a:prstGeom prst="rect">
            <a:avLst/>
          </a:prstGeom>
        </p:spPr>
        <p:txBody>
          <a:bodyPr lIns="82945" tIns="41473" rIns="82945" bIns="41473"/>
          <a:lstStyle>
            <a:lvl1pPr>
              <a:defRPr/>
            </a:lvl1pPr>
          </a:lstStyle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>
                <a:solidFill>
                  <a:srgbClr val="000000"/>
                </a:solidFill>
                <a:ea typeface="Microsoft YaHei" charset="-122"/>
              </a:rPr>
              <a:t>BTEC National in Business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  <a:prstGeom prst="rect">
            <a:avLst/>
          </a:prstGeom>
        </p:spPr>
        <p:txBody>
          <a:bodyPr lIns="82945" tIns="41473" rIns="82945" bIns="41473"/>
          <a:lstStyle>
            <a:lvl1pPr>
              <a:defRPr/>
            </a:lvl1pPr>
          </a:lstStyle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>
                <a:solidFill>
                  <a:srgbClr val="000000"/>
                </a:solidFill>
                <a:ea typeface="Microsoft YaHei" charset="-122"/>
              </a:rPr>
              <a:t>Unit 3 Marketing</a:t>
            </a:r>
          </a:p>
        </p:txBody>
      </p:sp>
    </p:spTree>
    <p:extLst>
      <p:ext uri="{BB962C8B-B14F-4D97-AF65-F5344CB8AC3E}">
        <p14:creationId xmlns:p14="http://schemas.microsoft.com/office/powerpoint/2010/main" val="768132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8" t="8540" r="19791" b="15848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7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554038"/>
            <a:ext cx="50673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729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1657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ijecm.co.uk/wp-content/uploads/2015/06/3660.pdf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5F0dI8zaotU?feature=oembe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theinvestorsbook.com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1666740" y="4047788"/>
            <a:ext cx="497205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401MAN Business Environment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53155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292" y="2443073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Stakeholder analysis and environmental scanning</a:t>
            </a:r>
          </a:p>
        </p:txBody>
      </p:sp>
    </p:spTree>
    <p:extLst>
      <p:ext uri="{BB962C8B-B14F-4D97-AF65-F5344CB8AC3E}">
        <p14:creationId xmlns:p14="http://schemas.microsoft.com/office/powerpoint/2010/main" val="418940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903" y="1685110"/>
            <a:ext cx="1073766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By the end of the lesson you will be able to: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Describe </a:t>
            </a:r>
            <a:r>
              <a:rPr lang="en-US" sz="2400" dirty="0"/>
              <a:t>what is meant by a stakeholder and who they are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Understand</a:t>
            </a:r>
            <a:r>
              <a:rPr lang="en-US" sz="2400" dirty="0"/>
              <a:t> how stakeholders analysis can help a business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Conduct </a:t>
            </a:r>
            <a:r>
              <a:rPr lang="en-US" sz="2400" dirty="0"/>
              <a:t>stakeholder analysis using the stakeholder assessment matrix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512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0A2D3-0E28-48E0-B288-57B6E428E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/>
              <a:t>Environmental Scanning</a:t>
            </a:r>
          </a:p>
        </p:txBody>
      </p:sp>
      <p:pic>
        <p:nvPicPr>
          <p:cNvPr id="12" name="Picture 4" descr="Empty office area">
            <a:extLst>
              <a:ext uri="{FF2B5EF4-FFF2-40B4-BE49-F238E27FC236}">
                <a16:creationId xmlns:a16="http://schemas.microsoft.com/office/drawing/2014/main" id="{91FD67C9-D037-79E4-5CF6-B40AA15CFB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589" r="20566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764B74A6-087F-472A-9BBC-1B5745077962}"/>
              </a:ext>
            </a:extLst>
          </p:cNvPr>
          <p:cNvSpPr txBox="1"/>
          <p:nvPr/>
        </p:nvSpPr>
        <p:spPr>
          <a:xfrm>
            <a:off x="4553734" y="2409830"/>
            <a:ext cx="6798539" cy="3705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A process by which an </a:t>
            </a:r>
            <a:r>
              <a:rPr lang="en-US" sz="1900" dirty="0" err="1"/>
              <a:t>organisation</a:t>
            </a:r>
            <a:r>
              <a:rPr lang="en-US" sz="1900" dirty="0"/>
              <a:t> monitors both its internal and external environment to better achieve sustainable competitive advantage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It involves monitoring, evaluating and dissemination of information about occasions, patterns, trends and relationships within an </a:t>
            </a:r>
            <a:r>
              <a:rPr lang="en-US" sz="1900" dirty="0" err="1"/>
              <a:t>organisations</a:t>
            </a:r>
            <a:r>
              <a:rPr lang="en-US" sz="1900" dirty="0"/>
              <a:t> internal and external environment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Understanding the environment of a business makes it easy to identify the approaches a manager or business will use to audit the business environment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59852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E4B94-F252-40A4-854A-431381BA3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Approaches to environmental scanning</a:t>
            </a:r>
          </a:p>
        </p:txBody>
      </p:sp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75613C53-6CCA-2209-8A9D-208850655C6C}"/>
              </a:ext>
            </a:extLst>
          </p:cNvPr>
          <p:cNvGraphicFramePr/>
          <p:nvPr/>
        </p:nvGraphicFramePr>
        <p:xfrm>
          <a:off x="1251982" y="1951075"/>
          <a:ext cx="9633731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D94CB67-81FE-47A0-83B9-06D3FE17F4D6}"/>
              </a:ext>
            </a:extLst>
          </p:cNvPr>
          <p:cNvSpPr txBox="1"/>
          <p:nvPr/>
        </p:nvSpPr>
        <p:spPr>
          <a:xfrm>
            <a:off x="2066108" y="5623832"/>
            <a:ext cx="805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Example: </a:t>
            </a:r>
            <a:r>
              <a:rPr lang="en-GB" dirty="0">
                <a:hlinkClick r:id="rId8"/>
              </a:rPr>
              <a:t>A critical analysis of the internal and external environment of Apple Inc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1356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B7FA0-064D-40CA-852B-1CD51EAF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Internal Analysis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FA4DF8D-7C87-4BBC-B6F1-F0730C0B97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92" t="46567" r="31268" b="19801"/>
          <a:stretch/>
        </p:blipFill>
        <p:spPr>
          <a:xfrm>
            <a:off x="2272536" y="1660751"/>
            <a:ext cx="6905583" cy="35364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0EED02-3F3B-4118-B1FB-462BCB996EF1}"/>
              </a:ext>
            </a:extLst>
          </p:cNvPr>
          <p:cNvSpPr txBox="1"/>
          <p:nvPr/>
        </p:nvSpPr>
        <p:spPr>
          <a:xfrm>
            <a:off x="8875495" y="5626921"/>
            <a:ext cx="3507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Dabson</a:t>
            </a:r>
            <a:r>
              <a:rPr lang="en-GB" dirty="0"/>
              <a:t>, Starkey &amp; Richard (2004)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9A27F58-48F0-AA33-ECB3-D75452F4FBF6}"/>
              </a:ext>
            </a:extLst>
          </p:cNvPr>
          <p:cNvSpPr txBox="1"/>
          <p:nvPr/>
        </p:nvSpPr>
        <p:spPr>
          <a:xfrm>
            <a:off x="254466" y="4983470"/>
            <a:ext cx="18284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Internal</a:t>
            </a:r>
            <a:r>
              <a:rPr lang="pl-PL" dirty="0"/>
              <a:t> </a:t>
            </a:r>
            <a:r>
              <a:rPr lang="pl-PL" dirty="0" err="1"/>
              <a:t>Linkages</a:t>
            </a:r>
            <a:r>
              <a:rPr lang="pl-PL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Optimization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Coordination</a:t>
            </a:r>
            <a:r>
              <a:rPr lang="pl-P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4285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C8BAC-9F9D-4BDF-ADAE-A16086F0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External Analysis</a:t>
            </a:r>
          </a:p>
        </p:txBody>
      </p:sp>
      <p:pic>
        <p:nvPicPr>
          <p:cNvPr id="6" name="Picture 5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EB7313D9-FDD2-4CA2-B549-0B9B3359CD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10" t="36816" r="34067" b="23582"/>
          <a:stretch/>
        </p:blipFill>
        <p:spPr>
          <a:xfrm>
            <a:off x="2895481" y="1417639"/>
            <a:ext cx="6210018" cy="41891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E85763-E15E-4DB3-829A-9245548FB54A}"/>
              </a:ext>
            </a:extLst>
          </p:cNvPr>
          <p:cNvSpPr txBox="1"/>
          <p:nvPr/>
        </p:nvSpPr>
        <p:spPr>
          <a:xfrm>
            <a:off x="8473536" y="5802309"/>
            <a:ext cx="3507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Dabson</a:t>
            </a:r>
            <a:r>
              <a:rPr lang="en-GB" dirty="0"/>
              <a:t>, Starkey &amp; Richard (2004)</a:t>
            </a:r>
          </a:p>
        </p:txBody>
      </p:sp>
    </p:spTree>
    <p:extLst>
      <p:ext uri="{BB962C8B-B14F-4D97-AF65-F5344CB8AC3E}">
        <p14:creationId xmlns:p14="http://schemas.microsoft.com/office/powerpoint/2010/main" val="3125420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ED140-E217-F8D1-103A-C0B9F87E6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C000"/>
                </a:solidFill>
              </a:rPr>
              <a:t>Porters Five Forces</a:t>
            </a:r>
          </a:p>
        </p:txBody>
      </p:sp>
      <p:pic>
        <p:nvPicPr>
          <p:cNvPr id="3" name="Online Media 2" title="Porter's 5 Forces (Tesla Example) - How to do an Industry Analysis - Porters 5 Forces Explained">
            <a:hlinkClick r:id="" action="ppaction://media"/>
            <a:extLst>
              <a:ext uri="{FF2B5EF4-FFF2-40B4-BE49-F238E27FC236}">
                <a16:creationId xmlns:a16="http://schemas.microsoft.com/office/drawing/2014/main" id="{68D68DAC-83A9-3414-457C-959FC793BB9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26386" y="274639"/>
            <a:ext cx="10225071" cy="577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9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46D43-86F3-41A5-B55E-F7B7E6B1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FC961-801F-4D88-9FA2-D06EB142780A}"/>
              </a:ext>
            </a:extLst>
          </p:cNvPr>
          <p:cNvSpPr txBox="1"/>
          <p:nvPr/>
        </p:nvSpPr>
        <p:spPr>
          <a:xfrm>
            <a:off x="1359193" y="1496470"/>
            <a:ext cx="94736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/>
              <a:t>Carry out an analysis of a business from the selected sector, using on the of the frameworks below.</a:t>
            </a:r>
          </a:p>
        </p:txBody>
      </p:sp>
      <p:graphicFrame>
        <p:nvGraphicFramePr>
          <p:cNvPr id="3" name="TextBox 4">
            <a:extLst>
              <a:ext uri="{FF2B5EF4-FFF2-40B4-BE49-F238E27FC236}">
                <a16:creationId xmlns:a16="http://schemas.microsoft.com/office/drawing/2014/main" id="{956858C6-2CB0-418A-0D66-33E55507E8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3996271"/>
              </p:ext>
            </p:extLst>
          </p:nvPr>
        </p:nvGraphicFramePr>
        <p:xfrm>
          <a:off x="1279133" y="2696799"/>
          <a:ext cx="9633731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4820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Organisations and Stakeholders</a:t>
            </a:r>
            <a:endParaRPr lang="en-GB" dirty="0"/>
          </a:p>
        </p:txBody>
      </p:sp>
      <p:graphicFrame>
        <p:nvGraphicFramePr>
          <p:cNvPr id="19" name="TextBox 2">
            <a:extLst>
              <a:ext uri="{FF2B5EF4-FFF2-40B4-BE49-F238E27FC236}">
                <a16:creationId xmlns:a16="http://schemas.microsoft.com/office/drawing/2014/main" id="{9C4A78E9-D615-5C7A-7F06-A1C47CD87256}"/>
              </a:ext>
            </a:extLst>
          </p:cNvPr>
          <p:cNvGraphicFramePr/>
          <p:nvPr/>
        </p:nvGraphicFramePr>
        <p:xfrm>
          <a:off x="1071154" y="1750423"/>
          <a:ext cx="10267406" cy="3785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6942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 of stakeholders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9A129A-1440-487F-B87F-F2C3EFF111C7}"/>
              </a:ext>
            </a:extLst>
          </p:cNvPr>
          <p:cNvSpPr txBox="1"/>
          <p:nvPr/>
        </p:nvSpPr>
        <p:spPr>
          <a:xfrm>
            <a:off x="882869" y="1576552"/>
            <a:ext cx="9511862" cy="450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51DB95F-94FD-4DB6-88D3-5863C83596A4}"/>
              </a:ext>
            </a:extLst>
          </p:cNvPr>
          <p:cNvGrpSpPr/>
          <p:nvPr/>
        </p:nvGrpSpPr>
        <p:grpSpPr>
          <a:xfrm>
            <a:off x="882869" y="1760696"/>
            <a:ext cx="9511862" cy="3416320"/>
            <a:chOff x="882869" y="1760696"/>
            <a:chExt cx="9511862" cy="3416320"/>
          </a:xfrm>
        </p:grpSpPr>
        <p:graphicFrame>
          <p:nvGraphicFramePr>
            <p:cNvPr id="6" name="Diagram 5">
              <a:extLst>
                <a:ext uri="{FF2B5EF4-FFF2-40B4-BE49-F238E27FC236}">
                  <a16:creationId xmlns:a16="http://schemas.microsoft.com/office/drawing/2014/main" id="{44C4B896-7FB4-494D-B61A-0AC57B459D17}"/>
                </a:ext>
              </a:extLst>
            </p:cNvPr>
            <p:cNvGraphicFramePr/>
            <p:nvPr/>
          </p:nvGraphicFramePr>
          <p:xfrm>
            <a:off x="882869" y="1760696"/>
            <a:ext cx="9511862" cy="341632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FFEBBD-3882-41B2-857F-3206031FE57E}"/>
                </a:ext>
              </a:extLst>
            </p:cNvPr>
            <p:cNvSpPr txBox="1"/>
            <p:nvPr/>
          </p:nvSpPr>
          <p:spPr>
            <a:xfrm>
              <a:off x="5076496" y="3244334"/>
              <a:ext cx="1124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Company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2739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are Stakeholders?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154" y="1750423"/>
            <a:ext cx="102674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Anybody that is affected by an organisation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Individuals and constituencies that contribute, either voluntarily or involuntarily, to its wealth-catering capacity and activities, and are therefore its potential beneficiaries and/or risk bearers s(Post, Preston &amp; Sachs, 2002)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Any person or organisation who can be positively or negatively impacted by, or cause an impact on the actions of a company (Freeman, 1984)</a:t>
            </a:r>
          </a:p>
        </p:txBody>
      </p:sp>
    </p:spTree>
    <p:extLst>
      <p:ext uri="{BB962C8B-B14F-4D97-AF65-F5344CB8AC3E}">
        <p14:creationId xmlns:p14="http://schemas.microsoft.com/office/powerpoint/2010/main" val="2071523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They 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658983" y="2207623"/>
            <a:ext cx="84386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Those who can influence the project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Those who are affected by the project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Those who are involved in the project</a:t>
            </a:r>
          </a:p>
        </p:txBody>
      </p:sp>
    </p:spTree>
    <p:extLst>
      <p:ext uri="{BB962C8B-B14F-4D97-AF65-F5344CB8AC3E}">
        <p14:creationId xmlns:p14="http://schemas.microsoft.com/office/powerpoint/2010/main" val="26105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typical stakeholder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2149" y="1580606"/>
            <a:ext cx="107202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Owners, stockholders and investors</a:t>
            </a:r>
          </a:p>
          <a:p>
            <a:r>
              <a:rPr lang="en-GB" dirty="0"/>
              <a:t>Banks and creditors</a:t>
            </a:r>
          </a:p>
          <a:p>
            <a:r>
              <a:rPr lang="en-GB" dirty="0"/>
              <a:t>Suppliers</a:t>
            </a:r>
          </a:p>
          <a:p>
            <a:r>
              <a:rPr lang="en-GB" dirty="0"/>
              <a:t>Customers</a:t>
            </a:r>
          </a:p>
          <a:p>
            <a:r>
              <a:rPr lang="en-GB" dirty="0"/>
              <a:t>Management</a:t>
            </a:r>
          </a:p>
          <a:p>
            <a:r>
              <a:rPr lang="en-GB" dirty="0"/>
              <a:t>Employees</a:t>
            </a:r>
          </a:p>
          <a:p>
            <a:r>
              <a:rPr lang="en-GB" dirty="0"/>
              <a:t>Competitors</a:t>
            </a:r>
          </a:p>
          <a:p>
            <a:r>
              <a:rPr lang="en-GB" dirty="0"/>
              <a:t>Government and Regulators</a:t>
            </a:r>
          </a:p>
          <a:p>
            <a:r>
              <a:rPr lang="en-GB" dirty="0"/>
              <a:t>Professional and industry association</a:t>
            </a:r>
          </a:p>
          <a:p>
            <a:r>
              <a:rPr lang="en-GB" dirty="0"/>
              <a:t>Media</a:t>
            </a:r>
          </a:p>
          <a:p>
            <a:r>
              <a:rPr lang="en-GB" dirty="0"/>
              <a:t>Non profit</a:t>
            </a:r>
          </a:p>
          <a:p>
            <a:r>
              <a:rPr lang="en-GB" dirty="0"/>
              <a:t>Communities</a:t>
            </a:r>
          </a:p>
        </p:txBody>
      </p:sp>
    </p:spTree>
    <p:extLst>
      <p:ext uri="{BB962C8B-B14F-4D97-AF65-F5344CB8AC3E}">
        <p14:creationId xmlns:p14="http://schemas.microsoft.com/office/powerpoint/2010/main" val="2531781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are stakeholders?</a:t>
            </a:r>
          </a:p>
        </p:txBody>
      </p:sp>
      <p:pic>
        <p:nvPicPr>
          <p:cNvPr id="4" name="Picture 3" descr="Stakeholder theory - Wikipedi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0" y="1251564"/>
            <a:ext cx="7841733" cy="48226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DE6272-B201-52F7-2C4B-0152280F29B4}"/>
              </a:ext>
            </a:extLst>
          </p:cNvPr>
          <p:cNvSpPr txBox="1"/>
          <p:nvPr/>
        </p:nvSpPr>
        <p:spPr>
          <a:xfrm>
            <a:off x="10026918" y="5704897"/>
            <a:ext cx="2064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Mullens (2016, p38)</a:t>
            </a:r>
          </a:p>
        </p:txBody>
      </p:sp>
    </p:spTree>
    <p:extLst>
      <p:ext uri="{BB962C8B-B14F-4D97-AF65-F5344CB8AC3E}">
        <p14:creationId xmlns:p14="http://schemas.microsoft.com/office/powerpoint/2010/main" val="3321353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C000"/>
                </a:solidFill>
              </a:rPr>
              <a:t>Activity – 10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2703" y="3422469"/>
            <a:ext cx="10306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Who are the stakeholders for CUW? Can you identify them?</a:t>
            </a:r>
          </a:p>
        </p:txBody>
      </p:sp>
    </p:spTree>
    <p:extLst>
      <p:ext uri="{BB962C8B-B14F-4D97-AF65-F5344CB8AC3E}">
        <p14:creationId xmlns:p14="http://schemas.microsoft.com/office/powerpoint/2010/main" val="554909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C000"/>
                </a:solidFill>
              </a:rPr>
              <a:t>Stakeholder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966" y="1867989"/>
            <a:ext cx="105504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A technique you can use to identify and assess the importance of key individuals, groups, or institutions that may significantly influence the success of your project.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members of your quality improvement team</a:t>
            </a:r>
          </a:p>
        </p:txBody>
      </p:sp>
    </p:spTree>
    <p:extLst>
      <p:ext uri="{BB962C8B-B14F-4D97-AF65-F5344CB8AC3E}">
        <p14:creationId xmlns:p14="http://schemas.microsoft.com/office/powerpoint/2010/main" val="3622748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C000"/>
                </a:solidFill>
              </a:rPr>
              <a:t>Why do an analysis?</a:t>
            </a:r>
          </a:p>
        </p:txBody>
      </p:sp>
      <p:sp>
        <p:nvSpPr>
          <p:cNvPr id="3" name="Rectangle 2"/>
          <p:cNvSpPr/>
          <p:nvPr/>
        </p:nvSpPr>
        <p:spPr>
          <a:xfrm>
            <a:off x="805542" y="1417639"/>
            <a:ext cx="1033707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Identify the stakeholders likely to be affected by or influence the activities of the organisation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Assess how those stakeholders could be impacted or impact upon the organisation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Anticipate the consequences of any change in the organisation’s activities</a:t>
            </a:r>
          </a:p>
          <a:p>
            <a:pPr algn="just"/>
            <a:endParaRPr lang="en-GB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Identify stakeholder’s ‘success criteria’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Assure a successful outcome for the organisation by developing cooperation with stakeholders</a:t>
            </a:r>
          </a:p>
          <a:p>
            <a:pPr algn="just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33446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C000"/>
                </a:solidFill>
              </a:rPr>
              <a:t>Why do an analysis?</a:t>
            </a:r>
          </a:p>
        </p:txBody>
      </p:sp>
      <p:sp>
        <p:nvSpPr>
          <p:cNvPr id="3" name="Rectangle 2"/>
          <p:cNvSpPr/>
          <p:nvPr/>
        </p:nvSpPr>
        <p:spPr>
          <a:xfrm>
            <a:off x="805542" y="1851802"/>
            <a:ext cx="1033707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Identify local institutions and processes upon which to build 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Develop strategies to get the most effective support possible for your initiative and reduce any obstacles to successful implementation of your program</a:t>
            </a:r>
          </a:p>
          <a:p>
            <a:pPr algn="just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1805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C000"/>
                </a:solidFill>
              </a:rPr>
              <a:t>Meeting Stakeholder Needs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2777" y="1711234"/>
            <a:ext cx="102151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How do you communicate with stakeholders?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Do you communicate the stakeholder value?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Do your communications encourage stakeholder exchange?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Can you eliminate or reduce focus on processes which do not add stakeholder value?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How can you do better?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Where does your organisation create stakeholder value?</a:t>
            </a:r>
          </a:p>
        </p:txBody>
      </p:sp>
    </p:spTree>
    <p:extLst>
      <p:ext uri="{BB962C8B-B14F-4D97-AF65-F5344CB8AC3E}">
        <p14:creationId xmlns:p14="http://schemas.microsoft.com/office/powerpoint/2010/main" val="2074198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keholder analysis | Kevin Anderson, Dr. Organizational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314" y="0"/>
            <a:ext cx="8330921" cy="624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47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ociety - What would poverty be like if there was an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165" y="106809"/>
            <a:ext cx="7739307" cy="57584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13371" y="483326"/>
            <a:ext cx="2965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are the interests of the various stakeholders?</a:t>
            </a:r>
          </a:p>
        </p:txBody>
      </p:sp>
    </p:spTree>
    <p:extLst>
      <p:ext uri="{BB962C8B-B14F-4D97-AF65-F5344CB8AC3E}">
        <p14:creationId xmlns:p14="http://schemas.microsoft.com/office/powerpoint/2010/main" val="3756536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908" y="261576"/>
            <a:ext cx="10972800" cy="1143000"/>
          </a:xfrm>
        </p:spPr>
        <p:txBody>
          <a:bodyPr/>
          <a:lstStyle/>
          <a:p>
            <a:r>
              <a:rPr lang="en-GB" b="1" dirty="0">
                <a:solidFill>
                  <a:srgbClr val="FFC000"/>
                </a:solidFill>
              </a:rPr>
              <a:t>Stakeholder Mapping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19461"/>
            <a:ext cx="5808363" cy="4476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22423" y="1564944"/>
            <a:ext cx="3082834" cy="39703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GB" b="1" dirty="0"/>
              <a:t>Power</a:t>
            </a:r>
            <a:r>
              <a:rPr lang="en-GB" dirty="0"/>
              <a:t>: measures the influence they have over the project and to what degree they can help achieve or block the project</a:t>
            </a:r>
          </a:p>
          <a:p>
            <a:pPr algn="just"/>
            <a:endParaRPr lang="en-GB" dirty="0"/>
          </a:p>
          <a:p>
            <a:pPr algn="just"/>
            <a:r>
              <a:rPr lang="en-GB" b="1" dirty="0"/>
              <a:t>Interest</a:t>
            </a:r>
            <a:r>
              <a:rPr lang="en-GB" dirty="0"/>
              <a:t>: measures the degree they are likely to be affected by the project, and what degree of interest or concern they have about the project/ in the project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9731829" y="496389"/>
            <a:ext cx="2090057" cy="480131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High power, high interest </a:t>
            </a:r>
            <a:r>
              <a:rPr lang="en-GB" dirty="0"/>
              <a:t>– fully engage with them and keep them satisfied</a:t>
            </a:r>
          </a:p>
          <a:p>
            <a:r>
              <a:rPr lang="en-GB" b="1" dirty="0"/>
              <a:t>High power, low interes</a:t>
            </a:r>
            <a:r>
              <a:rPr lang="en-GB" dirty="0"/>
              <a:t>t – manage them closely</a:t>
            </a:r>
          </a:p>
          <a:p>
            <a:r>
              <a:rPr lang="en-GB" b="1" dirty="0"/>
              <a:t>Low power, high interest </a:t>
            </a:r>
            <a:r>
              <a:rPr lang="en-GB" dirty="0"/>
              <a:t>– keep them adequately informed and ensure no major issues</a:t>
            </a:r>
          </a:p>
          <a:p>
            <a:r>
              <a:rPr lang="en-GB" b="1" dirty="0"/>
              <a:t>Low power, low interest </a:t>
            </a:r>
            <a:r>
              <a:rPr lang="en-GB" dirty="0"/>
              <a:t>– monitor but don’t bore them</a:t>
            </a:r>
          </a:p>
        </p:txBody>
      </p:sp>
    </p:spTree>
    <p:extLst>
      <p:ext uri="{BB962C8B-B14F-4D97-AF65-F5344CB8AC3E}">
        <p14:creationId xmlns:p14="http://schemas.microsoft.com/office/powerpoint/2010/main" val="1830554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253" y="0"/>
            <a:ext cx="6985544" cy="618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036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w to Do a Stakeholder Analysis | Lucidchart Blo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02" y="476180"/>
            <a:ext cx="8373291" cy="56041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92194" y="1280160"/>
            <a:ext cx="2246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565246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C000"/>
                </a:solidFill>
              </a:rPr>
              <a:t>Activity – 30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5623" y="2534195"/>
            <a:ext cx="9300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Coventry University Group wants to open another campus in Poland.* Can you identify who their stakeholders are and also do a stakeholder analysis using the matrix.</a:t>
            </a:r>
          </a:p>
        </p:txBody>
      </p:sp>
    </p:spTree>
    <p:extLst>
      <p:ext uri="{BB962C8B-B14F-4D97-AF65-F5344CB8AC3E}">
        <p14:creationId xmlns:p14="http://schemas.microsoft.com/office/powerpoint/2010/main" val="2462080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C000"/>
                </a:solidFill>
              </a:rPr>
              <a:t>How to analyse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593669"/>
            <a:ext cx="2063931" cy="12003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GB" b="1" dirty="0"/>
              <a:t>Attitude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Supportive?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Indifferent?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Opposed?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205" y="1593669"/>
            <a:ext cx="2063931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Influence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Decision makers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Policy maker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Access ‘gate keeper’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" y="3566159"/>
            <a:ext cx="3579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Interested or not interested?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3396343"/>
            <a:ext cx="4393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Supportive or opposed?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8091" y="4707652"/>
            <a:ext cx="3174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Approachability?</a:t>
            </a:r>
          </a:p>
          <a:p>
            <a:pPr algn="just"/>
            <a:r>
              <a:rPr lang="en-GB" dirty="0"/>
              <a:t>Flexibility</a:t>
            </a:r>
          </a:p>
          <a:p>
            <a:pPr algn="just"/>
            <a:r>
              <a:rPr lang="en-GB" dirty="0"/>
              <a:t>Ability to block if still opposed?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4617" y="4430653"/>
            <a:ext cx="27954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Accessibility?</a:t>
            </a:r>
          </a:p>
          <a:p>
            <a:pPr algn="just"/>
            <a:r>
              <a:rPr lang="en-GB" dirty="0"/>
              <a:t>Open-mindedness</a:t>
            </a:r>
          </a:p>
          <a:p>
            <a:pPr algn="just"/>
            <a:r>
              <a:rPr lang="en-GB" dirty="0"/>
              <a:t>Willingness to use influence to change the outcome (+</a:t>
            </a:r>
            <a:r>
              <a:rPr lang="en-GB" dirty="0" err="1"/>
              <a:t>ve</a:t>
            </a:r>
            <a:r>
              <a:rPr lang="en-GB" dirty="0"/>
              <a:t> or –</a:t>
            </a:r>
            <a:r>
              <a:rPr lang="en-GB" dirty="0" err="1"/>
              <a:t>ve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2612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C000"/>
                </a:solidFill>
              </a:rPr>
              <a:t>Stakeholder analysis process</a:t>
            </a:r>
          </a:p>
        </p:txBody>
      </p:sp>
      <p:pic>
        <p:nvPicPr>
          <p:cNvPr id="3" name="Picture 2" descr="Project Management: Why do projects fail?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769" y="1655037"/>
            <a:ext cx="5268262" cy="39619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71509" y="1417639"/>
            <a:ext cx="377516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Identify stakeholders </a:t>
            </a:r>
            <a:r>
              <a:rPr lang="en-GB" dirty="0"/>
              <a:t>-  beneficiaries, vulnerable groups, supporters/</a:t>
            </a:r>
            <a:r>
              <a:rPr lang="en-GB" dirty="0" err="1"/>
              <a:t>oppositons</a:t>
            </a:r>
            <a:endParaRPr lang="en-GB" dirty="0"/>
          </a:p>
          <a:p>
            <a:endParaRPr lang="en-GB" dirty="0"/>
          </a:p>
          <a:p>
            <a:r>
              <a:rPr lang="en-GB" b="1" dirty="0"/>
              <a:t>Assess impact on project </a:t>
            </a:r>
            <a:r>
              <a:rPr lang="en-GB" dirty="0"/>
              <a:t>– expectation, benefits, resources, conflicting interest</a:t>
            </a:r>
          </a:p>
          <a:p>
            <a:endParaRPr lang="en-GB" dirty="0"/>
          </a:p>
          <a:p>
            <a:r>
              <a:rPr lang="en-GB" b="1" dirty="0"/>
              <a:t>Assess influence </a:t>
            </a:r>
            <a:r>
              <a:rPr lang="en-GB" dirty="0"/>
              <a:t>– power, organisation, control of resources, personal connections, power relations</a:t>
            </a:r>
          </a:p>
          <a:p>
            <a:endParaRPr lang="en-GB" dirty="0"/>
          </a:p>
          <a:p>
            <a:r>
              <a:rPr lang="en-GB" b="1" dirty="0"/>
              <a:t>Participation strategy </a:t>
            </a:r>
            <a:r>
              <a:rPr lang="en-GB" dirty="0"/>
              <a:t>– plan of their involvement, interest, importance, participation in various project cycle</a:t>
            </a:r>
          </a:p>
        </p:txBody>
      </p:sp>
    </p:spTree>
    <p:extLst>
      <p:ext uri="{BB962C8B-B14F-4D97-AF65-F5344CB8AC3E}">
        <p14:creationId xmlns:p14="http://schemas.microsoft.com/office/powerpoint/2010/main" val="2933908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C000"/>
                </a:solidFill>
              </a:rPr>
              <a:t>Summary of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58983" y="1541417"/>
            <a:ext cx="86606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Identify focus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Identify system boundaries</a:t>
            </a:r>
          </a:p>
          <a:p>
            <a:endParaRPr lang="en-GB" dirty="0"/>
          </a:p>
          <a:p>
            <a:r>
              <a:rPr lang="en-GB" dirty="0"/>
              <a:t>Application of stakeholder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Identify stakeholders and their stake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Differentiate between and categorise stakeholders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Investigate relationships between stakeholders</a:t>
            </a:r>
          </a:p>
          <a:p>
            <a:endParaRPr lang="en-GB" dirty="0"/>
          </a:p>
          <a:p>
            <a:r>
              <a:rPr lang="en-GB" dirty="0"/>
              <a:t>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Recommend future activities and stakeholder engagement</a:t>
            </a:r>
          </a:p>
        </p:txBody>
      </p:sp>
    </p:spTree>
    <p:extLst>
      <p:ext uri="{BB962C8B-B14F-4D97-AF65-F5344CB8AC3E}">
        <p14:creationId xmlns:p14="http://schemas.microsoft.com/office/powerpoint/2010/main" val="14522810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44879" y="1417639"/>
            <a:ext cx="10106297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/>
              <a:t>Brevis, T. and Vrba, M. (2014) Contemporary Management Principles. </a:t>
            </a:r>
          </a:p>
          <a:p>
            <a:pPr algn="just"/>
            <a:endParaRPr lang="en-GB" sz="2400" b="1" dirty="0"/>
          </a:p>
          <a:p>
            <a:pPr algn="just"/>
            <a:r>
              <a:rPr lang="en-GB" sz="2400" b="1" dirty="0"/>
              <a:t>Essential Reading</a:t>
            </a:r>
            <a:endParaRPr lang="en-GB" sz="2400" dirty="0"/>
          </a:p>
          <a:p>
            <a:pPr algn="just"/>
            <a:r>
              <a:rPr lang="en-GB" sz="2400" dirty="0"/>
              <a:t>Worthington, I. and Wilkinson, G. (2014) The Business Environment. 7th </a:t>
            </a:r>
            <a:r>
              <a:rPr lang="en-GB" sz="2400" dirty="0" err="1"/>
              <a:t>edn</a:t>
            </a:r>
            <a:r>
              <a:rPr lang="en-GB" sz="2400" dirty="0"/>
              <a:t>. Harlow: Pearson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 err="1"/>
              <a:t>Wetherly</a:t>
            </a:r>
            <a:r>
              <a:rPr lang="en-GB" sz="2400" dirty="0"/>
              <a:t>, P. and Otter, D. (2014) The Business Environment: Themes and Issues in a Globalising World. 3rd </a:t>
            </a:r>
            <a:r>
              <a:rPr lang="en-GB" sz="2400" dirty="0" err="1"/>
              <a:t>edn</a:t>
            </a:r>
            <a:r>
              <a:rPr lang="en-GB" sz="2400" dirty="0"/>
              <a:t>. Oxford: Oxford University Press</a:t>
            </a:r>
          </a:p>
          <a:p>
            <a:pPr algn="just"/>
            <a:endParaRPr lang="en-GB" sz="2400" b="1" dirty="0"/>
          </a:p>
          <a:p>
            <a:pPr algn="just"/>
            <a:r>
              <a:rPr lang="en-GB" sz="2400" b="1" dirty="0"/>
              <a:t>Recommended Reading</a:t>
            </a:r>
            <a:endParaRPr lang="en-GB" sz="2400" dirty="0"/>
          </a:p>
          <a:p>
            <a:pPr algn="just"/>
            <a:r>
              <a:rPr lang="en-GB" sz="2400" dirty="0"/>
              <a:t>Campbell, D. &amp; Craig, T. (2005) Organisations and the Business Environment. Oxford: Elsevier</a:t>
            </a:r>
          </a:p>
          <a:p>
            <a:pPr algn="just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698186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2851" y="1225689"/>
            <a:ext cx="1010629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b="1" dirty="0"/>
              <a:t>Recommended Reading – cont’d</a:t>
            </a:r>
            <a:endParaRPr lang="en-GB" sz="2400" dirty="0"/>
          </a:p>
          <a:p>
            <a:pPr algn="just"/>
            <a:r>
              <a:rPr lang="en-GB" sz="2400" dirty="0"/>
              <a:t>Capon, C. (2009) Understanding the Business Environment. 3rd </a:t>
            </a:r>
            <a:r>
              <a:rPr lang="en-GB" sz="2400" dirty="0" err="1"/>
              <a:t>edn</a:t>
            </a:r>
            <a:r>
              <a:rPr lang="en-GB" sz="2400" dirty="0"/>
              <a:t>. Harlow: Pearson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Harrison, A. (2013) Business Environment in a Global Context. 2nd </a:t>
            </a:r>
            <a:r>
              <a:rPr lang="en-GB" sz="2400" dirty="0" err="1"/>
              <a:t>edn</a:t>
            </a:r>
            <a:r>
              <a:rPr lang="en-GB" sz="2400" dirty="0"/>
              <a:t>. Oxford: Oxford University Press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Needle, D. (2015) Business in Context. 6th </a:t>
            </a:r>
            <a:r>
              <a:rPr lang="en-GB" sz="2400" dirty="0" err="1"/>
              <a:t>edn</a:t>
            </a:r>
            <a:r>
              <a:rPr lang="en-GB" sz="2400" dirty="0"/>
              <a:t>. Andover: Cengage Learning 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CMI Website: Management Direct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b="1" dirty="0"/>
              <a:t>Websites used</a:t>
            </a:r>
          </a:p>
          <a:p>
            <a:pPr algn="just"/>
            <a:r>
              <a:rPr lang="en-GB" sz="2400" dirty="0" err="1"/>
              <a:t>Prachi</a:t>
            </a:r>
            <a:r>
              <a:rPr lang="en-GB" sz="2400" dirty="0"/>
              <a:t>, M. (2019, February 18) </a:t>
            </a:r>
            <a:r>
              <a:rPr lang="en-GB" sz="2400" i="1" dirty="0"/>
              <a:t>Public limited company. </a:t>
            </a:r>
            <a:r>
              <a:rPr lang="en-GB" sz="2400" dirty="0"/>
              <a:t>The Investors Book</a:t>
            </a:r>
          </a:p>
          <a:p>
            <a:pPr algn="just"/>
            <a:r>
              <a:rPr lang="en-GB" sz="2400" dirty="0">
                <a:hlinkClick r:id="rId2"/>
              </a:rPr>
              <a:t>The Investors Book - Learn about Investing &amp; Business related terms</a:t>
            </a:r>
            <a:endParaRPr lang="en-GB" sz="2400" dirty="0"/>
          </a:p>
          <a:p>
            <a:pPr algn="just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4676182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23900</TotalTime>
  <Words>1199</Words>
  <Application>Microsoft Macintosh PowerPoint</Application>
  <PresentationFormat>Panoramiczny</PresentationFormat>
  <Paragraphs>199</Paragraphs>
  <Slides>31</Slides>
  <Notes>6</Notes>
  <HiddenSlides>0</HiddenSlides>
  <MMClips>1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31</vt:i4>
      </vt:variant>
    </vt:vector>
  </HeadingPairs>
  <TitlesOfParts>
    <vt:vector size="35" baseType="lpstr">
      <vt:lpstr>Microsoft YaHei</vt:lpstr>
      <vt:lpstr>Arial</vt:lpstr>
      <vt:lpstr>Calibri</vt:lpstr>
      <vt:lpstr>2_Office Theme</vt:lpstr>
      <vt:lpstr>Prezentacja programu PowerPoint</vt:lpstr>
      <vt:lpstr>Stakeholder analysis and environmental scanning</vt:lpstr>
      <vt:lpstr>Learning Objective</vt:lpstr>
      <vt:lpstr>Environmental Scanning</vt:lpstr>
      <vt:lpstr>Approaches to environmental scanning</vt:lpstr>
      <vt:lpstr>Internal Analysis</vt:lpstr>
      <vt:lpstr>External Analysis</vt:lpstr>
      <vt:lpstr>Porters Five Forces</vt:lpstr>
      <vt:lpstr>Activity</vt:lpstr>
      <vt:lpstr>Organisations and Stakeholders</vt:lpstr>
      <vt:lpstr>Classification of stakeholders</vt:lpstr>
      <vt:lpstr>Who are Stakeholders?</vt:lpstr>
      <vt:lpstr>They are</vt:lpstr>
      <vt:lpstr>A typical stakeholder list</vt:lpstr>
      <vt:lpstr>Who are stakeholders?</vt:lpstr>
      <vt:lpstr>Activity – 10 minutes</vt:lpstr>
      <vt:lpstr>Stakeholder Analysis</vt:lpstr>
      <vt:lpstr>Why do an analysis?</vt:lpstr>
      <vt:lpstr>Why do an analysis?</vt:lpstr>
      <vt:lpstr>Meeting Stakeholder Needs</vt:lpstr>
      <vt:lpstr>Prezentacja programu PowerPoint</vt:lpstr>
      <vt:lpstr>Prezentacja programu PowerPoint</vt:lpstr>
      <vt:lpstr>Stakeholder Mapping</vt:lpstr>
      <vt:lpstr>Prezentacja programu PowerPoint</vt:lpstr>
      <vt:lpstr>Prezentacja programu PowerPoint</vt:lpstr>
      <vt:lpstr>Activity – 30 minutes</vt:lpstr>
      <vt:lpstr>How to analyse</vt:lpstr>
      <vt:lpstr>Stakeholder analysis process</vt:lpstr>
      <vt:lpstr>Summary of analysis</vt:lpstr>
      <vt:lpstr>References</vt:lpstr>
      <vt:lpstr>References</vt:lpstr>
    </vt:vector>
  </TitlesOfParts>
  <Company>Coventry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218mansc Entrepreneurship, enterprise &amp; innovation</dc:title>
  <dc:creator>Clare Garrick</dc:creator>
  <cp:lastModifiedBy>Pawel Sawicki</cp:lastModifiedBy>
  <cp:revision>546</cp:revision>
  <dcterms:created xsi:type="dcterms:W3CDTF">2018-11-05T05:55:14Z</dcterms:created>
  <dcterms:modified xsi:type="dcterms:W3CDTF">2025-01-14T11:52:59Z</dcterms:modified>
</cp:coreProperties>
</file>